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73" r:id="rId7"/>
    <p:sldId id="262" r:id="rId8"/>
    <p:sldId id="263" r:id="rId9"/>
    <p:sldId id="275" r:id="rId10"/>
    <p:sldId id="276" r:id="rId11"/>
    <p:sldId id="277" r:id="rId12"/>
    <p:sldId id="278" r:id="rId13"/>
    <p:sldId id="274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4433" autoAdjust="0"/>
  </p:normalViewPr>
  <p:slideViewPr>
    <p:cSldViewPr snapToGrid="0">
      <p:cViewPr varScale="1">
        <p:scale>
          <a:sx n="51" d="100"/>
          <a:sy n="51" d="100"/>
        </p:scale>
        <p:origin x="1906" y="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3AE3A-F3DA-48B8-ACF6-D7E4C639FD1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8E5DC-0582-4E63-866F-AD612CF8E61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s=0&amp;sca_esv=c0c5f8a9bbcfecc7&amp;sxsrf=AE3TifPbugDIEh8gS1RRUL7QTbFvK_m_Zg%3A1759471981353&amp;q=Two+Tracks+Unified+Process&amp;sa=X&amp;ved=2ahUKEwiwyL_zr4eQAxWKQTABHa_xHGkQxccNegQIAhAB&amp;mstk=AUtExfB9odpGq7udXBP1sU927GnroSX224Ba9AmrSTu0wWC6-KHSQVCm7NkNc5UEuijcsqDldqm916cdKhYCFpjywdEx3dsIc9fbgEP8_bBKjhkiXoRkNslQmjEm-rynnpXtsZ6oohWN7ZK5fzH1Yqv54O2tmqm6b92Xa-nh2uZcSC-slSk&amp;csui=3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</a:t>
            </a:r>
            <a:r>
              <a:rPr lang="en-US" dirty="0" err="1"/>
              <a:t>mr</a:t>
            </a:r>
            <a:r>
              <a:rPr lang="en-US" dirty="0"/>
              <a:t> le president du </a:t>
            </a:r>
            <a:r>
              <a:rPr lang="en-US" dirty="0" err="1"/>
              <a:t>juri</a:t>
            </a:r>
            <a:r>
              <a:rPr lang="en-US" dirty="0"/>
              <a:t> pour la parole </a:t>
            </a:r>
            <a:r>
              <a:rPr lang="en-US" dirty="0" err="1"/>
              <a:t>donnee</a:t>
            </a:r>
            <a:r>
              <a:rPr lang="en-US" dirty="0"/>
              <a:t>!</a:t>
            </a:r>
          </a:p>
          <a:p>
            <a:r>
              <a:rPr lang="en-US" dirty="0"/>
              <a:t>M le president du </a:t>
            </a:r>
            <a:r>
              <a:rPr lang="en-US" dirty="0" err="1"/>
              <a:t>juri</a:t>
            </a:r>
            <a:r>
              <a:rPr lang="en-US" dirty="0"/>
              <a:t> </a:t>
            </a:r>
            <a:r>
              <a:rPr lang="en-US" dirty="0" err="1"/>
              <a:t>onorable</a:t>
            </a:r>
            <a:r>
              <a:rPr lang="en-US" dirty="0"/>
              <a:t> </a:t>
            </a:r>
            <a:r>
              <a:rPr lang="en-US" dirty="0" err="1"/>
              <a:t>membre</a:t>
            </a:r>
            <a:r>
              <a:rPr lang="en-US" dirty="0"/>
              <a:t> du. </a:t>
            </a:r>
          </a:p>
          <a:p>
            <a:r>
              <a:rPr lang="en-US" dirty="0"/>
              <a:t>Cher parent </a:t>
            </a:r>
            <a:r>
              <a:rPr lang="en-US" dirty="0" err="1"/>
              <a:t>cher</a:t>
            </a:r>
            <a:r>
              <a:rPr lang="en-US" dirty="0"/>
              <a:t> invites bonjour et Bienvenue a </a:t>
            </a:r>
            <a:r>
              <a:rPr lang="en-US" dirty="0" err="1"/>
              <a:t>l’IAI</a:t>
            </a:r>
            <a:r>
              <a:rPr lang="en-US" dirty="0"/>
              <a:t> </a:t>
            </a:r>
            <a:r>
              <a:rPr lang="en-US" dirty="0" err="1"/>
              <a:t>cameroun</a:t>
            </a:r>
            <a:r>
              <a:rPr lang="en-US" dirty="0"/>
              <a:t> .</a:t>
            </a:r>
          </a:p>
          <a:p>
            <a:r>
              <a:rPr lang="en-US" dirty="0"/>
              <a:t>Je me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nlca</a:t>
            </a:r>
            <a:r>
              <a:rPr lang="en-US" dirty="0"/>
              <a:t> </a:t>
            </a:r>
            <a:r>
              <a:rPr lang="en-US" dirty="0" err="1"/>
              <a:t>etudiant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3e </a:t>
            </a:r>
            <a:r>
              <a:rPr lang="en-US" dirty="0" err="1"/>
              <a:t>annee</a:t>
            </a:r>
            <a:r>
              <a:rPr lang="en-US" dirty="0"/>
              <a:t> option genie </a:t>
            </a:r>
            <a:r>
              <a:rPr lang="en-US" dirty="0" err="1"/>
              <a:t>logiciel</a:t>
            </a:r>
            <a:r>
              <a:rPr lang="en-US" dirty="0"/>
              <a:t>.</a:t>
            </a:r>
          </a:p>
          <a:p>
            <a:r>
              <a:rPr lang="en-US" dirty="0"/>
              <a:t>Si nous </a:t>
            </a:r>
            <a:r>
              <a:rPr lang="en-US" dirty="0" err="1"/>
              <a:t>somme</a:t>
            </a:r>
            <a:r>
              <a:rPr lang="en-US" dirty="0"/>
              <a:t> </a:t>
            </a:r>
            <a:r>
              <a:rPr lang="en-US" dirty="0" err="1"/>
              <a:t>devant</a:t>
            </a:r>
            <a:r>
              <a:rPr lang="en-US" dirty="0"/>
              <a:t> vous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jour </a:t>
            </a:r>
            <a:r>
              <a:rPr lang="en-US" dirty="0" err="1"/>
              <a:t>c’est</a:t>
            </a:r>
            <a:r>
              <a:rPr lang="en-US" dirty="0"/>
              <a:t> pour la validation de </a:t>
            </a:r>
            <a:r>
              <a:rPr lang="en-US" dirty="0" err="1"/>
              <a:t>notre</a:t>
            </a:r>
            <a:r>
              <a:rPr lang="en-US" dirty="0"/>
              <a:t> rapport de fin de stage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vue</a:t>
            </a:r>
            <a:r>
              <a:rPr lang="en-US" dirty="0"/>
              <a:t> de </a:t>
            </a:r>
            <a:r>
              <a:rPr lang="en-US" dirty="0" err="1"/>
              <a:t>l’obtention</a:t>
            </a:r>
            <a:r>
              <a:rPr lang="en-US" dirty="0"/>
              <a:t> de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diplome</a:t>
            </a:r>
            <a:r>
              <a:rPr lang="en-US" dirty="0"/>
              <a:t> </a:t>
            </a:r>
            <a:r>
              <a:rPr lang="en-US" dirty="0" err="1"/>
              <a:t>d’ingenieur</a:t>
            </a:r>
            <a:r>
              <a:rPr lang="en-US" dirty="0"/>
              <a:t> de </a:t>
            </a:r>
            <a:r>
              <a:rPr lang="en-US" dirty="0" err="1"/>
              <a:t>traveaux</a:t>
            </a:r>
            <a:r>
              <a:rPr lang="en-US" dirty="0"/>
              <a:t> </a:t>
            </a:r>
            <a:r>
              <a:rPr lang="en-US" dirty="0" err="1"/>
              <a:t>informatique</a:t>
            </a:r>
            <a:r>
              <a:rPr lang="en-US" dirty="0"/>
              <a:t>.</a:t>
            </a:r>
          </a:p>
          <a:p>
            <a:r>
              <a:rPr lang="en-US" dirty="0"/>
              <a:t>l’IAI, a pour </a:t>
            </a:r>
            <a:r>
              <a:rPr lang="en-US" dirty="0" err="1"/>
              <a:t>coutume</a:t>
            </a:r>
            <a:r>
              <a:rPr lang="en-US" dirty="0"/>
              <a:t> </a:t>
            </a:r>
            <a:r>
              <a:rPr lang="en-US" dirty="0" err="1"/>
              <a:t>d’envenvoyer</a:t>
            </a:r>
            <a:r>
              <a:rPr lang="en-US" dirty="0"/>
              <a:t> les </a:t>
            </a:r>
            <a:r>
              <a:rPr lang="en-US" dirty="0" err="1"/>
              <a:t>etudiant</a:t>
            </a:r>
            <a:r>
              <a:rPr lang="en-US" dirty="0"/>
              <a:t> 3e </a:t>
            </a:r>
            <a:r>
              <a:rPr lang="en-US" dirty="0" err="1"/>
              <a:t>annee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stage </a:t>
            </a:r>
            <a:r>
              <a:rPr lang="en-US" dirty="0" err="1"/>
              <a:t>academique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de 3 </a:t>
            </a:r>
            <a:r>
              <a:rPr lang="en-US" dirty="0" err="1"/>
              <a:t>mois</a:t>
            </a:r>
            <a:r>
              <a:rPr lang="en-US" dirty="0"/>
              <a:t>. </a:t>
            </a:r>
          </a:p>
          <a:p>
            <a:r>
              <a:rPr lang="en-US" dirty="0"/>
              <a:t>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ete</a:t>
            </a:r>
            <a:r>
              <a:rPr lang="en-US" dirty="0"/>
              <a:t> </a:t>
            </a:r>
            <a:r>
              <a:rPr lang="en-US" dirty="0" err="1"/>
              <a:t>accueillis</a:t>
            </a:r>
            <a:r>
              <a:rPr lang="en-US" dirty="0"/>
              <a:t> dans </a:t>
            </a:r>
            <a:r>
              <a:rPr lang="en-US" dirty="0" err="1"/>
              <a:t>une</a:t>
            </a:r>
            <a:r>
              <a:rPr lang="en-US" dirty="0"/>
              <a:t> structure </a:t>
            </a:r>
            <a:r>
              <a:rPr lang="en-US" dirty="0" err="1"/>
              <a:t>nomer</a:t>
            </a:r>
            <a:r>
              <a:rPr lang="en-US" dirty="0"/>
              <a:t> blanche nova tech. (description de blanche nova tech)</a:t>
            </a:r>
          </a:p>
          <a:p>
            <a:r>
              <a:rPr lang="en-US" dirty="0" err="1"/>
              <a:t>apres</a:t>
            </a:r>
            <a:r>
              <a:rPr lang="en-US" dirty="0"/>
              <a:t> </a:t>
            </a:r>
            <a:r>
              <a:rPr lang="en-US" dirty="0" err="1"/>
              <a:t>notre</a:t>
            </a:r>
            <a:r>
              <a:rPr lang="en-US" dirty="0"/>
              <a:t> insertion a blanche nova tech, </a:t>
            </a:r>
            <a:r>
              <a:rPr lang="en-US" dirty="0" err="1"/>
              <a:t>plusieur</a:t>
            </a:r>
            <a:r>
              <a:rPr lang="en-US" dirty="0"/>
              <a:t> theme nous a </a:t>
            </a:r>
            <a:r>
              <a:rPr lang="en-US" dirty="0" err="1"/>
              <a:t>ete</a:t>
            </a:r>
            <a:r>
              <a:rPr lang="en-US" dirty="0"/>
              <a:t> proposer </a:t>
            </a:r>
            <a:r>
              <a:rPr lang="en-US" dirty="0" err="1"/>
              <a:t>dont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qui a </a:t>
            </a:r>
          </a:p>
          <a:p>
            <a:r>
              <a:rPr lang="en-US" dirty="0" err="1"/>
              <a:t>Attirer</a:t>
            </a:r>
            <a:r>
              <a:rPr lang="en-US" dirty="0"/>
              <a:t>  </a:t>
            </a:r>
            <a:r>
              <a:rPr lang="en-US" dirty="0" err="1"/>
              <a:t>notre</a:t>
            </a:r>
            <a:r>
              <a:rPr lang="en-US" dirty="0"/>
              <a:t> attention est la  “ THEME ”.  Sous la supervision </a:t>
            </a:r>
            <a:r>
              <a:rPr lang="en-US" dirty="0" err="1"/>
              <a:t>academique</a:t>
            </a:r>
            <a:r>
              <a:rPr lang="en-US" dirty="0"/>
              <a:t> de </a:t>
            </a:r>
            <a:r>
              <a:rPr lang="en-US" dirty="0" err="1"/>
              <a:t>Mme</a:t>
            </a:r>
            <a:r>
              <a:rPr lang="en-US" dirty="0"/>
              <a:t> ADA </a:t>
            </a:r>
            <a:r>
              <a:rPr lang="en-US" dirty="0" err="1"/>
              <a:t>nagerge</a:t>
            </a:r>
            <a:r>
              <a:rPr lang="en-US" dirty="0"/>
              <a:t> et </a:t>
            </a:r>
            <a:r>
              <a:rPr lang="en-US" dirty="0" err="1"/>
              <a:t>proffessionnel</a:t>
            </a:r>
            <a:r>
              <a:rPr lang="en-US" dirty="0"/>
              <a:t> de M </a:t>
            </a:r>
            <a:r>
              <a:rPr lang="en-US" dirty="0" err="1"/>
              <a:t>sergio</a:t>
            </a:r>
            <a:r>
              <a:rPr lang="en-US" dirty="0"/>
              <a:t>, </a:t>
            </a:r>
            <a:r>
              <a:rPr lang="en-US" dirty="0" err="1"/>
              <a:t>Onorable</a:t>
            </a:r>
            <a:r>
              <a:rPr lang="en-US" dirty="0"/>
              <a:t> </a:t>
            </a:r>
            <a:r>
              <a:rPr lang="en-US" dirty="0" err="1"/>
              <a:t>menbre</a:t>
            </a:r>
            <a:r>
              <a:rPr lang="en-US" dirty="0"/>
              <a:t> du </a:t>
            </a:r>
            <a:r>
              <a:rPr lang="en-US" dirty="0" err="1"/>
              <a:t>juri</a:t>
            </a:r>
            <a:r>
              <a:rPr lang="en-US" dirty="0"/>
              <a:t> </a:t>
            </a:r>
            <a:r>
              <a:rPr lang="en-US" dirty="0" err="1"/>
              <a:t>permetter</a:t>
            </a:r>
            <a:r>
              <a:rPr lang="en-US" dirty="0"/>
              <a:t> nous de vous </a:t>
            </a:r>
          </a:p>
          <a:p>
            <a:r>
              <a:rPr lang="en-US" dirty="0"/>
              <a:t>Presenter le plan de </a:t>
            </a:r>
            <a:r>
              <a:rPr lang="en-US" dirty="0" err="1"/>
              <a:t>notre</a:t>
            </a:r>
            <a:r>
              <a:rPr lang="en-US" dirty="0"/>
              <a:t> travail: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Aujourd’hui, la technologie transforme de nombreux secteurs, y compris celui de l’événementiel.</a:t>
            </a:r>
            <a:br>
              <a:rPr lang="fr-FR" dirty="0"/>
            </a:br>
            <a:r>
              <a:rPr lang="fr-FR" dirty="0"/>
              <a:t>La gestion d’un événement demande beaucoup d’organisation, de coordination et de suivi.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C’est dans ce contexte que nous avons conçu </a:t>
            </a:r>
            <a:r>
              <a:rPr lang="fr-FR" b="1" dirty="0"/>
              <a:t>une plateforme web de gestion événementielle</a:t>
            </a:r>
            <a:r>
              <a:rPr lang="fr-FR" dirty="0"/>
              <a:t>, </a:t>
            </a:r>
          </a:p>
          <a:p>
            <a:r>
              <a:rPr lang="fr-FR" dirty="0"/>
              <a:t>dont l’objectif est de </a:t>
            </a:r>
            <a:r>
              <a:rPr lang="fr-FR" b="1" dirty="0"/>
              <a:t>simplifier, de centraliser et d’améliorer le suivi des événements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question que nous nous posons est :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question nous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concevoir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ARSHIEVENT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dirty="0"/>
              <a:t>Notre plateforme permet de </a:t>
            </a:r>
            <a:r>
              <a:rPr lang="fr-FR" b="1" dirty="0"/>
              <a:t>simplifier et centraliser la gestion des événements</a:t>
            </a:r>
            <a:r>
              <a:rPr lang="fr-FR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dirty="0"/>
              <a:t>grâce à un outil simple, intuitif et adapté à différents types d’événements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fr-FR" altLang="en-US" dirty="0"/>
              <a:t>Pour mener a bien notre projet,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en-US" sz="3200" dirty="0"/>
              <a:t>nous nous somme baser sur la </a:t>
            </a:r>
            <a:r>
              <a:rPr lang="fr-FR" altLang="en-US" sz="3200" dirty="0" err="1"/>
              <a:t>methodologie</a:t>
            </a:r>
            <a:r>
              <a:rPr lang="fr-FR" altLang="en-US" sz="3200" dirty="0"/>
              <a:t> UML a sa</a:t>
            </a:r>
            <a:r>
              <a:rPr lang="fr-FR" altLang="zh-CN" sz="3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3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Version 2.5.1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75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Pour un meilleur travail, nous avons associer a UML le processus 2tup 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grace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a son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caractere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iteratif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incrementale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58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avons utilisé comme stack technologique (</a:t>
            </a:r>
            <a:r>
              <a:rPr lang="fr-FR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React.js, Tailwind CSS, Node.js, Express.js, MongoDB et Flutter</a:t>
            </a:r>
            <a:r>
              <a:rPr lang="fr-FR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afin d'allier nos connaissances théoriques à la pratique professionnelle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35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  <a:p>
            <a:r>
              <a:rPr lang="fr-FR" b="1" dirty="0"/>
              <a:t>Nous somme ouvert a vos suggestion et question</a:t>
            </a:r>
          </a:p>
          <a:p>
            <a:r>
              <a:rPr lang="fr-FR" b="1" dirty="0"/>
              <a:t>User case</a:t>
            </a:r>
          </a:p>
          <a:p>
            <a:r>
              <a:rPr lang="fr-FR" b="1" dirty="0"/>
              <a:t>Définition</a:t>
            </a:r>
            <a:r>
              <a:rPr lang="fr-FR" dirty="0"/>
              <a:t> : Représente les fonctionnalités du système du point de vue utilisateur </a:t>
            </a:r>
          </a:p>
          <a:p>
            <a:r>
              <a:rPr lang="fr-FR" b="1" dirty="0"/>
              <a:t>Cas d'utilisation</a:t>
            </a:r>
            <a:r>
              <a:rPr lang="fr-FR" dirty="0"/>
              <a:t> : Fonction métier du système </a:t>
            </a:r>
          </a:p>
          <a:p>
            <a:r>
              <a:rPr lang="fr-FR" b="1" dirty="0"/>
              <a:t>Acteur</a:t>
            </a:r>
            <a:r>
              <a:rPr lang="fr-FR" dirty="0"/>
              <a:t> : Entité externe interagissant avec le système </a:t>
            </a:r>
          </a:p>
          <a:p>
            <a:r>
              <a:rPr lang="fr-FR" b="1" dirty="0"/>
              <a:t>Types d'acteurs</a:t>
            </a:r>
            <a:r>
              <a:rPr lang="fr-FR" dirty="0"/>
              <a:t> : Principal et secondaire </a:t>
            </a:r>
          </a:p>
          <a:p>
            <a:r>
              <a:rPr lang="fr-FR" b="1" dirty="0"/>
              <a:t>Éléments</a:t>
            </a:r>
            <a:r>
              <a:rPr lang="fr-FR" dirty="0"/>
              <a:t> : Acteurs, cas d'utilisation, système</a:t>
            </a:r>
          </a:p>
          <a:p>
            <a:r>
              <a:rPr lang="fr-FR" b="1" dirty="0"/>
              <a:t>Relations</a:t>
            </a:r>
            <a:r>
              <a:rPr lang="fr-FR" dirty="0"/>
              <a:t> : Association, généralisation, inclusion (&lt;&lt;</a:t>
            </a:r>
            <a:r>
              <a:rPr lang="fr-FR" dirty="0" err="1"/>
              <a:t>include</a:t>
            </a:r>
            <a:r>
              <a:rPr lang="fr-FR" dirty="0"/>
              <a:t>&gt;&gt;), extension (&lt;&lt;</a:t>
            </a:r>
            <a:r>
              <a:rPr lang="fr-FR" dirty="0" err="1"/>
              <a:t>extend</a:t>
            </a:r>
            <a:r>
              <a:rPr lang="fr-FR" dirty="0"/>
              <a:t>&gt;&gt;)</a:t>
            </a:r>
          </a:p>
          <a:p>
            <a:endParaRPr lang="fr-FR" dirty="0"/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2TUP, ou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Two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Tracks Unified Process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r>
              <a:rPr lang="fr-FR" dirty="0"/>
              <a:t>est un processus de développement logiciel qui sépare les besoins fonctionnels des aspects techniques pour mieux gérer l'évolution des systèmes d'information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sequence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Éléments</a:t>
            </a:r>
            <a:r>
              <a:rPr lang="fr-FR" dirty="0"/>
              <a:t> : Objets, acteurs, ligne de vie, messages, activation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Messages</a:t>
            </a:r>
            <a:r>
              <a:rPr lang="fr-FR" dirty="0"/>
              <a:t>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Synchrone : expéditeur attend la réponse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Asynchrone : expéditeur n'attend pas la réponse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Diagrammes structurels: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classe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d'objet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composant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paquetage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déploiement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Diagrammes comportementaux: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cas d'utilisation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d'activité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d'état-transition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séquence, communication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50732-81DC-47D9-8675-130ED36A015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5.GIF"/><Relationship Id="rId5" Type="http://schemas.openxmlformats.org/officeDocument/2006/relationships/image" Target="../media/image10.png"/><Relationship Id="rId10" Type="http://schemas.openxmlformats.org/officeDocument/2006/relationships/image" Target="../media/image14.jpe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3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4.png"/><Relationship Id="rId5" Type="http://schemas.openxmlformats.org/officeDocument/2006/relationships/image" Target="../media/image30.jpe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6999" y="-2667001"/>
            <a:ext cx="6858001" cy="12192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30248" y="372861"/>
            <a:ext cx="6421515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DE NOTRE RAPPORT DE FIN  DE STAGE</a:t>
            </a:r>
          </a:p>
        </p:txBody>
      </p:sp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995" y="372860"/>
            <a:ext cx="1235352" cy="104920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croll: Horizontal 6"/>
          <p:cNvSpPr/>
          <p:nvPr/>
        </p:nvSpPr>
        <p:spPr>
          <a:xfrm>
            <a:off x="2501283" y="1516099"/>
            <a:ext cx="7189433" cy="1960328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CONCEPTION ET RÉALISATION PLATEFORME WEB INTELLIGENTE </a:t>
            </a:r>
          </a:p>
          <a:p>
            <a:pPr algn="ctr"/>
            <a:r>
              <a:rPr lang="en-US" sz="2400" b="1" noProof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GESTION ÉVÉNEMENTIELLE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306497" y="6036814"/>
            <a:ext cx="9579006" cy="50345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ANNEE ACADEMIQUE 2025-2026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9573" y="3404460"/>
            <a:ext cx="6882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 par</a:t>
            </a:r>
            <a:r>
              <a:rPr lang="en-US" sz="24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NGUEDA LONTSI Christian Arshi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874" y="4099928"/>
            <a:ext cx="3808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 la supervision </a:t>
            </a:r>
            <a:r>
              <a:rPr lang="en-US" sz="28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2370051" y="4717505"/>
            <a:ext cx="3452067" cy="1049204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Académique de :</a:t>
            </a:r>
          </a:p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me. ADA Nadege</a:t>
            </a:r>
            <a:endParaRPr lang="en-US" sz="2000" b="1" noProof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6276508" y="4717505"/>
            <a:ext cx="3452068" cy="1049204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Professionnel de :</a:t>
            </a:r>
          </a:p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Sergio CHEBEU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926" y="5151703"/>
            <a:ext cx="1770221" cy="177022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0378" y="3217259"/>
            <a:ext cx="1497513" cy="33230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200148" y="3828883"/>
            <a:ext cx="5370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Etudiant </a:t>
            </a:r>
            <a:r>
              <a:rPr lang="en-US" sz="1200" noProof="0" dirty="0" err="1"/>
              <a:t>en</a:t>
            </a:r>
            <a:r>
              <a:rPr lang="en-US" sz="1200" noProof="0" dirty="0"/>
              <a:t> 3</a:t>
            </a:r>
            <a:r>
              <a:rPr lang="en-US" sz="1200" baseline="30000" noProof="0" dirty="0"/>
              <a:t>e</a:t>
            </a:r>
            <a:r>
              <a:rPr lang="en-US" sz="1200" noProof="0" dirty="0"/>
              <a:t> année a l’IAI CAMEROUN option Génie Logiciel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72101-2BBD-3011-27D9-9B1E649ABC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138" y="275021"/>
            <a:ext cx="1050867" cy="105086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22435B7-7BE3-E789-6318-A9C7902557D1}"/>
              </a:ext>
            </a:extLst>
          </p:cNvPr>
          <p:cNvGrpSpPr/>
          <p:nvPr/>
        </p:nvGrpSpPr>
        <p:grpSpPr>
          <a:xfrm>
            <a:off x="299632" y="5821334"/>
            <a:ext cx="878805" cy="934414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8983B1-A590-17E1-71FF-A13ACCCF7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1B1E78D-9500-70FD-C999-15DD0FA3D872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FEDEFFF3-C9B0-7DAC-AEAE-55F2953AC502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323B688-B9C6-F0C1-7AE2-54900EA71132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1236D617-98D1-0C7F-AC09-82E71485BC8F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8D056D-111E-51D9-1971-D6611118B4FE}"/>
              </a:ext>
            </a:extLst>
          </p:cNvPr>
          <p:cNvGrpSpPr/>
          <p:nvPr/>
        </p:nvGrpSpPr>
        <p:grpSpPr>
          <a:xfrm>
            <a:off x="11067480" y="333247"/>
            <a:ext cx="878805" cy="934414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0623EB8-ACDD-C7C3-3C06-D813579F58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416D3C2A-28E4-E403-C61A-AC38F02CBE0E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C36335F5-7444-01F4-3747-9CB0240B7017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C8B8D477-08AB-269C-71CA-33764ABB208E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BC37A6AC-88A5-3A15-27E1-28FEBA5D9E2C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3DBB8630-F710-680B-D519-0A036EF39B1B}"/>
              </a:ext>
            </a:extLst>
          </p:cNvPr>
          <p:cNvGrpSpPr/>
          <p:nvPr/>
        </p:nvGrpSpPr>
        <p:grpSpPr>
          <a:xfrm rot="20490936">
            <a:off x="154377" y="1233160"/>
            <a:ext cx="1609206" cy="1937820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22E7A200-45CC-9CC3-BD58-BA1E45B9CEB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035F3CBD-2C6B-3CAB-F7CA-8339C6B9D9F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4EA37C99-846E-F6A3-3ABA-B427FB4F66A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E2BA7F5C-C94F-D9B1-A4FB-1F489A762D3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617D1F0B-22CF-7F6D-E8B5-8986EADDF5D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D1EB5AD9-ECE1-4D18-6340-28715A7660D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CBDF829F-BC75-AB69-E30E-422FDFE1BEF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5F45FEB7-8CED-7674-4554-D2118C1E46D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4B1F6AA0-04DC-DEC8-EC64-7B029EEBAAD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27205F35-BEF5-9FFB-3F46-286615E5AED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D2497F5A-E5CF-3D9A-B2B9-10FEF6DB77F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FE3409F6-CED2-6BC7-B91A-648D63302A4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BBE1F455-50AD-7717-2330-3D547D1FE5A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9674B0D3-F4A7-F81C-A223-50A94F07B4E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5" name="Group 29">
            <a:extLst>
              <a:ext uri="{FF2B5EF4-FFF2-40B4-BE49-F238E27FC236}">
                <a16:creationId xmlns:a16="http://schemas.microsoft.com/office/drawing/2014/main" id="{CB328E4E-EF85-A90B-7F59-4BE60F56C69C}"/>
              </a:ext>
            </a:extLst>
          </p:cNvPr>
          <p:cNvGrpSpPr/>
          <p:nvPr/>
        </p:nvGrpSpPr>
        <p:grpSpPr>
          <a:xfrm rot="2786254">
            <a:off x="10245328" y="1377227"/>
            <a:ext cx="1838325" cy="2214880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C1178B7C-ADD4-546C-9B42-991BD371573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149FC8BD-6A83-4CD2-EC6A-19C7C11D7F1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D11353CD-09C8-C5C7-62EB-FAAD3B89152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E2378A1-CB43-0961-E57A-1AD32A2D54E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4ABF5E7E-0D08-EB41-FD1E-BBA420859B8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B7751BF5-EFE8-07ED-A86C-F3E08E1C3DB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8A3F5D90-C93D-ACD7-8DE2-5C4E626117B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11CC2DFF-F222-A453-889D-F04AE7E6FF5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96208D8B-7DAA-C1D5-2971-8DC10210126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518BE605-5FBB-E59F-7865-7CEC5F5886D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A59C5996-68A1-B42B-C136-C96A4AFD1ED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9BCCCCF0-753C-6E82-8E2B-E25BC797BEF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C8BCB030-832D-1B04-5406-35CB8D78B72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7B9315D-3E96-5B73-A9CB-AB54712D7AA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44">
            <a:extLst>
              <a:ext uri="{FF2B5EF4-FFF2-40B4-BE49-F238E27FC236}">
                <a16:creationId xmlns:a16="http://schemas.microsoft.com/office/drawing/2014/main" id="{A04FC215-99CF-A8D1-D715-B9D04131C312}"/>
              </a:ext>
            </a:extLst>
          </p:cNvPr>
          <p:cNvGrpSpPr/>
          <p:nvPr/>
        </p:nvGrpSpPr>
        <p:grpSpPr>
          <a:xfrm rot="8927972">
            <a:off x="10654723" y="4180489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61" name="Freeform 5">
              <a:extLst>
                <a:ext uri="{FF2B5EF4-FFF2-40B4-BE49-F238E27FC236}">
                  <a16:creationId xmlns:a16="http://schemas.microsoft.com/office/drawing/2014/main" id="{425B72C8-9C93-3386-37E3-3976B5141A3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92076F1E-6DF8-3364-D95D-A26F8476CA4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EA269964-0DEA-26E1-8B04-296D4E1548F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B9CE67A7-2978-4DC3-8240-890738644A8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9">
              <a:extLst>
                <a:ext uri="{FF2B5EF4-FFF2-40B4-BE49-F238E27FC236}">
                  <a16:creationId xmlns:a16="http://schemas.microsoft.com/office/drawing/2014/main" id="{448B9907-E176-DD07-735B-8E294DD7512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10">
              <a:extLst>
                <a:ext uri="{FF2B5EF4-FFF2-40B4-BE49-F238E27FC236}">
                  <a16:creationId xmlns:a16="http://schemas.microsoft.com/office/drawing/2014/main" id="{A541B53A-A35C-9428-E791-FEE6910ADBF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11">
              <a:extLst>
                <a:ext uri="{FF2B5EF4-FFF2-40B4-BE49-F238E27FC236}">
                  <a16:creationId xmlns:a16="http://schemas.microsoft.com/office/drawing/2014/main" id="{51D0C60F-02C2-2CF1-D558-1C6A42D9F00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12">
              <a:extLst>
                <a:ext uri="{FF2B5EF4-FFF2-40B4-BE49-F238E27FC236}">
                  <a16:creationId xmlns:a16="http://schemas.microsoft.com/office/drawing/2014/main" id="{7B10E314-3F21-EE1F-B9AF-2C420DE6E7F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698820FD-7266-7CBA-FFA7-8C29D0F2DE1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4">
              <a:extLst>
                <a:ext uri="{FF2B5EF4-FFF2-40B4-BE49-F238E27FC236}">
                  <a16:creationId xmlns:a16="http://schemas.microsoft.com/office/drawing/2014/main" id="{8F5D0982-6B4C-A2E3-A793-A1CEE3976FE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15">
              <a:extLst>
                <a:ext uri="{FF2B5EF4-FFF2-40B4-BE49-F238E27FC236}">
                  <a16:creationId xmlns:a16="http://schemas.microsoft.com/office/drawing/2014/main" id="{61D72852-E9C6-AB18-44AD-50ACF204B41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3FF0A8DF-4BD5-7DFB-CC4F-5A3DC3B1B59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17">
              <a:extLst>
                <a:ext uri="{FF2B5EF4-FFF2-40B4-BE49-F238E27FC236}">
                  <a16:creationId xmlns:a16="http://schemas.microsoft.com/office/drawing/2014/main" id="{E1D4CCF2-506F-84DB-B61A-A77A230628E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8">
              <a:extLst>
                <a:ext uri="{FF2B5EF4-FFF2-40B4-BE49-F238E27FC236}">
                  <a16:creationId xmlns:a16="http://schemas.microsoft.com/office/drawing/2014/main" id="{1429EB09-006C-94CD-9878-20609783502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088C932-09D5-99FF-DF0A-5BA6B6D9D3BD}"/>
              </a:ext>
            </a:extLst>
          </p:cNvPr>
          <p:cNvGrpSpPr/>
          <p:nvPr/>
        </p:nvGrpSpPr>
        <p:grpSpPr>
          <a:xfrm>
            <a:off x="234962" y="5275376"/>
            <a:ext cx="487950" cy="518826"/>
            <a:chOff x="3109014" y="3972403"/>
            <a:chExt cx="1689520" cy="1795428"/>
          </a:xfrm>
          <a:solidFill>
            <a:schemeClr val="accent4"/>
          </a:solidFill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381A59F2-D8BF-EFFE-13CE-2B419C8267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8EC912FD-B017-A7FF-9345-76752DCB8F87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D4BFFD11-D2DB-E457-C471-ED3B7BC24702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D78FFAF7-A698-CF3E-A023-5DCBC14D3D87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2EAF88A9-5321-A098-60DB-D78A05DF16E2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6805" y="2625142"/>
            <a:ext cx="404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noProof="0" dirty="0">
                <a:solidFill>
                  <a:schemeClr val="bg1"/>
                </a:solidFill>
              </a:rPr>
              <a:t>1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087" y="172283"/>
            <a:ext cx="949543" cy="94954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8957"/>
            <a:ext cx="859993" cy="85999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707689" y="745414"/>
            <a:ext cx="3169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07816" y="1885174"/>
            <a:ext cx="1048855" cy="1601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6" name="Rectangle 55"/>
          <p:cNvSpPr/>
          <p:nvPr/>
        </p:nvSpPr>
        <p:spPr>
          <a:xfrm>
            <a:off x="6759490" y="1876879"/>
            <a:ext cx="1048855" cy="160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7" name="Rectangle 56"/>
          <p:cNvSpPr/>
          <p:nvPr/>
        </p:nvSpPr>
        <p:spPr>
          <a:xfrm>
            <a:off x="5633653" y="1891339"/>
            <a:ext cx="1048855" cy="1601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2" name="Group 1"/>
          <p:cNvGrpSpPr/>
          <p:nvPr/>
        </p:nvGrpSpPr>
        <p:grpSpPr>
          <a:xfrm>
            <a:off x="3455455" y="2635302"/>
            <a:ext cx="7399095" cy="3266696"/>
            <a:chOff x="1931455" y="1801545"/>
            <a:chExt cx="7399095" cy="3266696"/>
          </a:xfrm>
        </p:grpSpPr>
        <p:grpSp>
          <p:nvGrpSpPr>
            <p:cNvPr id="3" name="Group 2"/>
            <p:cNvGrpSpPr/>
            <p:nvPr/>
          </p:nvGrpSpPr>
          <p:grpSpPr>
            <a:xfrm>
              <a:off x="1931455" y="1801545"/>
              <a:ext cx="3678861" cy="899175"/>
              <a:chOff x="3865952" y="1310410"/>
              <a:chExt cx="3678861" cy="899175"/>
            </a:xfrm>
          </p:grpSpPr>
          <p:grpSp>
            <p:nvGrpSpPr>
              <p:cNvPr id="88" name="Group 87"/>
              <p:cNvGrpSpPr/>
              <p:nvPr/>
            </p:nvGrpSpPr>
            <p:grpSpPr>
              <a:xfrm>
                <a:off x="4315540" y="1310410"/>
                <a:ext cx="3229273" cy="899175"/>
                <a:chOff x="1038182" y="1509"/>
                <a:chExt cx="3229273" cy="899175"/>
              </a:xfrm>
            </p:grpSpPr>
            <p:sp>
              <p:nvSpPr>
                <p:cNvPr id="92" name="Arrow: Pentagon 91"/>
                <p:cNvSpPr/>
                <p:nvPr/>
              </p:nvSpPr>
              <p:spPr>
                <a:xfrm rot="10800000">
                  <a:off x="1038182" y="1509"/>
                  <a:ext cx="3229273" cy="899175"/>
                </a:xfrm>
                <a:prstGeom prst="homePlat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93" name="Arrow: Pentagon 4"/>
                <p:cNvSpPr txBox="1"/>
                <p:nvPr/>
              </p:nvSpPr>
              <p:spPr>
                <a:xfrm rot="21600000">
                  <a:off x="1262976" y="1509"/>
                  <a:ext cx="3004479" cy="89917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96511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300" b="1" kern="1200" noProof="0" dirty="0"/>
                    <a:t>Introduction</a:t>
                  </a:r>
                  <a:r>
                    <a:rPr lang="en-US" sz="2300" kern="1200" noProof="0" dirty="0"/>
                    <a:t> </a:t>
                  </a:r>
                </a:p>
              </p:txBody>
            </p:sp>
          </p:grpSp>
          <p:sp>
            <p:nvSpPr>
              <p:cNvPr id="89" name="Oval 88"/>
              <p:cNvSpPr/>
              <p:nvPr/>
            </p:nvSpPr>
            <p:spPr>
              <a:xfrm>
                <a:off x="3865952" y="1310410"/>
                <a:ext cx="899175" cy="899175"/>
              </a:xfrm>
              <a:prstGeom prst="ellipse">
                <a:avLst/>
              </a:prstGeom>
              <a:solidFill>
                <a:srgbClr val="FFC00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90" name="Picture 8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91903" y="1633491"/>
                <a:ext cx="284901" cy="284901"/>
              </a:xfrm>
              <a:prstGeom prst="rect">
                <a:avLst/>
              </a:prstGeom>
            </p:spPr>
          </p:pic>
          <p:sp>
            <p:nvSpPr>
              <p:cNvPr id="91" name="TextBox 90"/>
              <p:cNvSpPr txBox="1"/>
              <p:nvPr/>
            </p:nvSpPr>
            <p:spPr>
              <a:xfrm>
                <a:off x="3920260" y="1435534"/>
                <a:ext cx="404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1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1931455" y="2979413"/>
              <a:ext cx="3678861" cy="899175"/>
              <a:chOff x="2417139" y="2239703"/>
              <a:chExt cx="3678861" cy="899175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2866727" y="2239703"/>
                <a:ext cx="3229273" cy="899175"/>
                <a:chOff x="1038182" y="1169096"/>
                <a:chExt cx="3229273" cy="899175"/>
              </a:xfrm>
            </p:grpSpPr>
            <p:sp>
              <p:nvSpPr>
                <p:cNvPr id="86" name="Arrow: Pentagon 85"/>
                <p:cNvSpPr/>
                <p:nvPr/>
              </p:nvSpPr>
              <p:spPr>
                <a:xfrm rot="10800000">
                  <a:off x="1038182" y="1169096"/>
                  <a:ext cx="3229273" cy="899175"/>
                </a:xfrm>
                <a:prstGeom prst="homePlat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87" name="Arrow: Pentagon 4"/>
                <p:cNvSpPr txBox="1"/>
                <p:nvPr/>
              </p:nvSpPr>
              <p:spPr>
                <a:xfrm rot="21600000">
                  <a:off x="1262976" y="1169096"/>
                  <a:ext cx="3004479" cy="89917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96511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300" b="1" kern="1200" noProof="0" dirty="0"/>
                    <a:t>Contexte et </a:t>
                  </a:r>
                </a:p>
                <a:p>
                  <a:pPr marL="0" lvl="0" indent="0" algn="ctr" defTabSz="102235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300" b="1" noProof="0" dirty="0"/>
                    <a:t>justification</a:t>
                  </a:r>
                  <a:r>
                    <a:rPr lang="en-US" sz="2300" b="1" kern="1200" noProof="0" dirty="0"/>
                    <a:t> </a:t>
                  </a:r>
                </a:p>
              </p:txBody>
            </p:sp>
          </p:grpSp>
          <p:sp>
            <p:nvSpPr>
              <p:cNvPr id="59" name="Oval 58"/>
              <p:cNvSpPr/>
              <p:nvPr/>
            </p:nvSpPr>
            <p:spPr>
              <a:xfrm>
                <a:off x="2417139" y="2239703"/>
                <a:ext cx="899175" cy="899175"/>
              </a:xfrm>
              <a:prstGeom prst="ellipse">
                <a:avLst/>
              </a:prstGeom>
              <a:solidFill>
                <a:srgbClr val="00B0F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84" name="Picture 8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3090" y="2567490"/>
                <a:ext cx="284901" cy="284901"/>
              </a:xfrm>
              <a:prstGeom prst="rect">
                <a:avLst/>
              </a:prstGeom>
            </p:spPr>
          </p:pic>
          <p:sp>
            <p:nvSpPr>
              <p:cNvPr id="85" name="TextBox 84"/>
              <p:cNvSpPr txBox="1"/>
              <p:nvPr/>
            </p:nvSpPr>
            <p:spPr>
              <a:xfrm>
                <a:off x="2510988" y="2367930"/>
                <a:ext cx="404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2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1931455" y="4157280"/>
              <a:ext cx="3678861" cy="899175"/>
              <a:chOff x="2417139" y="3417570"/>
              <a:chExt cx="3678861" cy="899175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2866727" y="3417570"/>
                <a:ext cx="3229273" cy="899175"/>
                <a:chOff x="1038182" y="2336682"/>
                <a:chExt cx="3229273" cy="899175"/>
              </a:xfrm>
            </p:grpSpPr>
            <p:sp>
              <p:nvSpPr>
                <p:cNvPr id="37" name="Arrow: Pentagon 36"/>
                <p:cNvSpPr/>
                <p:nvPr/>
              </p:nvSpPr>
              <p:spPr>
                <a:xfrm rot="10800000">
                  <a:off x="1038182" y="2336682"/>
                  <a:ext cx="3229273" cy="899175"/>
                </a:xfrm>
                <a:prstGeom prst="homePlat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52" name="Arrow: Pentagon 4"/>
                <p:cNvSpPr txBox="1"/>
                <p:nvPr/>
              </p:nvSpPr>
              <p:spPr>
                <a:xfrm rot="21600000">
                  <a:off x="1262976" y="2336682"/>
                  <a:ext cx="3004479" cy="89917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96511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kern="1200" noProof="0" dirty="0"/>
                    <a:t>Problématique et proposition de solution</a:t>
                  </a:r>
                </a:p>
              </p:txBody>
            </p:sp>
          </p:grpSp>
          <p:sp>
            <p:nvSpPr>
              <p:cNvPr id="28" name="Oval 27"/>
              <p:cNvSpPr/>
              <p:nvPr/>
            </p:nvSpPr>
            <p:spPr>
              <a:xfrm>
                <a:off x="2417139" y="3417570"/>
                <a:ext cx="899175" cy="899175"/>
              </a:xfrm>
              <a:prstGeom prst="ellipse">
                <a:avLst/>
              </a:prstGeom>
              <a:solidFill>
                <a:srgbClr val="7030A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3090" y="3710051"/>
                <a:ext cx="284901" cy="284901"/>
              </a:xfrm>
              <a:prstGeom prst="rect">
                <a:avLst/>
              </a:prstGeom>
            </p:spPr>
          </p:pic>
          <p:sp>
            <p:nvSpPr>
              <p:cNvPr id="36" name="TextBox 35"/>
              <p:cNvSpPr txBox="1"/>
              <p:nvPr/>
            </p:nvSpPr>
            <p:spPr>
              <a:xfrm>
                <a:off x="2510989" y="3529335"/>
                <a:ext cx="404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3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894691" y="1801545"/>
              <a:ext cx="3364497" cy="952062"/>
              <a:chOff x="6364934" y="1579916"/>
              <a:chExt cx="3364497" cy="952062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840965" y="1579916"/>
                <a:ext cx="2888466" cy="952062"/>
                <a:chOff x="965561" y="1067"/>
                <a:chExt cx="2888466" cy="952062"/>
              </a:xfrm>
            </p:grpSpPr>
            <p:sp>
              <p:nvSpPr>
                <p:cNvPr id="24" name="Arrow: Pentagon 23"/>
                <p:cNvSpPr/>
                <p:nvPr/>
              </p:nvSpPr>
              <p:spPr>
                <a:xfrm rot="10800000">
                  <a:off x="965561" y="1067"/>
                  <a:ext cx="2888466" cy="952062"/>
                </a:xfrm>
                <a:prstGeom prst="homePlat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25" name="Arrow: Pentagon 4"/>
                <p:cNvSpPr txBox="1"/>
                <p:nvPr/>
              </p:nvSpPr>
              <p:spPr>
                <a:xfrm rot="21600000">
                  <a:off x="1203576" y="1067"/>
                  <a:ext cx="2650451" cy="95206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19833" tIns="87630" rIns="163576" bIns="87630" numCol="1" spcCol="1270" anchor="ctr" anchorCtr="0">
                  <a:noAutofit/>
                </a:bodyPr>
                <a:lstStyle/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lang="en-US" sz="2300" b="1" noProof="0" dirty="0"/>
                    <a:t>Méthodologie </a:t>
                  </a:r>
                </a:p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lang="en-US" sz="2300" b="1" noProof="0" dirty="0"/>
                    <a:t>et Conception </a:t>
                  </a:r>
                </a:p>
              </p:txBody>
            </p:sp>
          </p:grpSp>
          <p:sp>
            <p:nvSpPr>
              <p:cNvPr id="21" name="Oval 20"/>
              <p:cNvSpPr/>
              <p:nvPr/>
            </p:nvSpPr>
            <p:spPr>
              <a:xfrm>
                <a:off x="6364934" y="1579916"/>
                <a:ext cx="952062" cy="952062"/>
              </a:xfrm>
              <a:prstGeom prst="ellipse">
                <a:avLst/>
              </a:prstGeom>
              <a:solidFill>
                <a:srgbClr val="00B050"/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7414" y="1909953"/>
                <a:ext cx="284901" cy="284901"/>
              </a:xfrm>
              <a:prstGeom prst="rect">
                <a:avLst/>
              </a:prstGeom>
            </p:spPr>
          </p:pic>
          <p:sp>
            <p:nvSpPr>
              <p:cNvPr id="23" name="TextBox 22"/>
              <p:cNvSpPr txBox="1"/>
              <p:nvPr/>
            </p:nvSpPr>
            <p:spPr>
              <a:xfrm>
                <a:off x="6483123" y="1730479"/>
                <a:ext cx="373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4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966053" y="4116179"/>
              <a:ext cx="3364497" cy="952062"/>
              <a:chOff x="6380375" y="2852391"/>
              <a:chExt cx="3364497" cy="952062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6856406" y="2852391"/>
                <a:ext cx="2888466" cy="952062"/>
                <a:chOff x="965561" y="1237326"/>
                <a:chExt cx="2888466" cy="952062"/>
              </a:xfrm>
            </p:grpSpPr>
            <p:sp>
              <p:nvSpPr>
                <p:cNvPr id="18" name="Arrow: Pentagon 17"/>
                <p:cNvSpPr/>
                <p:nvPr/>
              </p:nvSpPr>
              <p:spPr>
                <a:xfrm rot="10800000">
                  <a:off x="965561" y="1237326"/>
                  <a:ext cx="2888466" cy="952062"/>
                </a:xfrm>
                <a:prstGeom prst="homePlat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19" name="Arrow: Pentagon 4"/>
                <p:cNvSpPr txBox="1"/>
                <p:nvPr/>
              </p:nvSpPr>
              <p:spPr>
                <a:xfrm rot="21600000">
                  <a:off x="1203576" y="1237326"/>
                  <a:ext cx="2650451" cy="95206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19833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300" b="1" kern="1200" noProof="0" dirty="0"/>
                    <a:t>Conclusion </a:t>
                  </a:r>
                </a:p>
              </p:txBody>
            </p:sp>
          </p:grpSp>
          <p:sp>
            <p:nvSpPr>
              <p:cNvPr id="15" name="Oval 14"/>
              <p:cNvSpPr/>
              <p:nvPr/>
            </p:nvSpPr>
            <p:spPr>
              <a:xfrm>
                <a:off x="6380375" y="2852391"/>
                <a:ext cx="952062" cy="952062"/>
              </a:xfrm>
              <a:prstGeom prst="ellipse">
                <a:avLst/>
              </a:prstGeom>
              <a:solidFill>
                <a:srgbClr val="00206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7414" y="3196387"/>
                <a:ext cx="284901" cy="284901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6483123" y="3016913"/>
                <a:ext cx="373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600" b="1" dirty="0">
                    <a:solidFill>
                      <a:schemeClr val="bg1"/>
                    </a:solidFill>
                  </a:rPr>
                  <a:t>6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5894691" y="2929059"/>
              <a:ext cx="3364497" cy="952062"/>
              <a:chOff x="6364934" y="1579916"/>
              <a:chExt cx="3364497" cy="95206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6840965" y="1579916"/>
                <a:ext cx="2888466" cy="952062"/>
                <a:chOff x="965561" y="1067"/>
                <a:chExt cx="2888466" cy="952062"/>
              </a:xfrm>
            </p:grpSpPr>
            <p:sp>
              <p:nvSpPr>
                <p:cNvPr id="43" name="Arrow: Pentagon 42"/>
                <p:cNvSpPr/>
                <p:nvPr/>
              </p:nvSpPr>
              <p:spPr>
                <a:xfrm rot="10800000">
                  <a:off x="965561" y="1067"/>
                  <a:ext cx="2888466" cy="952062"/>
                </a:xfrm>
                <a:prstGeom prst="homePlat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44" name="Arrow: Pentagon 4"/>
                <p:cNvSpPr txBox="1"/>
                <p:nvPr/>
              </p:nvSpPr>
              <p:spPr>
                <a:xfrm rot="21600000">
                  <a:off x="1203576" y="1067"/>
                  <a:ext cx="2650451" cy="95206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19833" tIns="87630" rIns="163576" bIns="87630" numCol="1" spcCol="1270" anchor="ctr" anchorCtr="0">
                  <a:noAutofit/>
                </a:bodyPr>
                <a:lstStyle/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lang="en-US" sz="2300" b="1" noProof="0" dirty="0"/>
                    <a:t>Démonstration</a:t>
                  </a:r>
                </a:p>
              </p:txBody>
            </p:sp>
          </p:grpSp>
          <p:sp>
            <p:nvSpPr>
              <p:cNvPr id="12" name="Oval 11"/>
              <p:cNvSpPr/>
              <p:nvPr/>
            </p:nvSpPr>
            <p:spPr>
              <a:xfrm>
                <a:off x="6364934" y="1579916"/>
                <a:ext cx="952062" cy="95206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7414" y="1909953"/>
                <a:ext cx="284901" cy="284901"/>
              </a:xfrm>
              <a:prstGeom prst="rect">
                <a:avLst/>
              </a:prstGeom>
            </p:spPr>
          </p:pic>
          <p:sp>
            <p:nvSpPr>
              <p:cNvPr id="42" name="TextBox 41"/>
              <p:cNvSpPr txBox="1"/>
              <p:nvPr/>
            </p:nvSpPr>
            <p:spPr>
              <a:xfrm>
                <a:off x="6483123" y="1730479"/>
                <a:ext cx="373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600" b="1" dirty="0">
                    <a:solidFill>
                      <a:schemeClr val="bg1"/>
                    </a:solidFill>
                  </a:rPr>
                  <a:t>5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83" name="Picture 8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16" y="2037055"/>
            <a:ext cx="2785959" cy="420372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52C02A-DE9B-08C0-5ECF-09658DC6B5E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218" y="97321"/>
            <a:ext cx="1050867" cy="105086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83016"/>
            <a:ext cx="1005996" cy="10059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8957"/>
            <a:ext cx="859993" cy="8599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99324" y="1027794"/>
            <a:ext cx="71021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2128" y="2071873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7133635" y="2067824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4992356" y="2067824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026" name="Picture 2" descr="Les mariages partout en France - L'EVEN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46" y="2795581"/>
            <a:ext cx="2759771" cy="18365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30" name="Picture 6" descr="Anniversaire Associatif: Secrets d'une Fête Réussie | INNOV'Events&quot;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0911">
            <a:off x="5753748" y="3859684"/>
            <a:ext cx="2759771" cy="18365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70" y="1858709"/>
            <a:ext cx="3161166" cy="4822118"/>
          </a:xfrm>
          <a:prstGeom prst="rect">
            <a:avLst/>
          </a:prstGeom>
        </p:spPr>
      </p:pic>
      <p:pic>
        <p:nvPicPr>
          <p:cNvPr id="1032" name="Picture 8" descr="Coronavirus. Bercy, Zénith de Paris, Parc Expo : les concerts et spectacles  annulés ou maintenu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792" y="2833369"/>
            <a:ext cx="2619375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6" name="TextBox 25"/>
          <p:cNvSpPr txBox="1"/>
          <p:nvPr/>
        </p:nvSpPr>
        <p:spPr>
          <a:xfrm>
            <a:off x="3547380" y="4880448"/>
            <a:ext cx="1669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0831" y="5744663"/>
            <a:ext cx="2174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Anniversaire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0885" y="4763114"/>
            <a:ext cx="1949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Concert, et bien plus…</a:t>
            </a:r>
          </a:p>
        </p:txBody>
      </p:sp>
      <p:pic>
        <p:nvPicPr>
          <p:cNvPr id="2" name="Picture 1" descr="ligne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flipV="1">
            <a:off x="275372" y="6565809"/>
            <a:ext cx="11549101" cy="10499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01BB24-C804-8CBD-A337-043CEF05ABA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2269">
            <a:off x="8108654" y="1494425"/>
            <a:ext cx="3228854" cy="564211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936533" y="2730089"/>
            <a:ext cx="824230" cy="876300"/>
            <a:chOff x="3109014" y="3972403"/>
            <a:chExt cx="1689520" cy="1795428"/>
          </a:xfrm>
          <a:solidFill>
            <a:srgbClr val="00B050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60269" y="1329228"/>
            <a:ext cx="7102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ET JUSTIFICATION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4736" y="1875973"/>
            <a:ext cx="1692821" cy="1727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5349221" y="1871924"/>
            <a:ext cx="1692821" cy="172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8" name="Rectangle 17"/>
          <p:cNvSpPr/>
          <p:nvPr/>
        </p:nvSpPr>
        <p:spPr>
          <a:xfrm>
            <a:off x="3508391" y="1871924"/>
            <a:ext cx="1692821" cy="1727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B0CDEB-4325-A81A-DC93-0CF5BE9690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D80823E-4BB2-BC9F-90EE-8D3B6FED6464}"/>
              </a:ext>
            </a:extLst>
          </p:cNvPr>
          <p:cNvGrpSpPr/>
          <p:nvPr/>
        </p:nvGrpSpPr>
        <p:grpSpPr>
          <a:xfrm>
            <a:off x="2166730" y="2355265"/>
            <a:ext cx="4231429" cy="3782291"/>
            <a:chOff x="5418138" y="4568825"/>
            <a:chExt cx="568325" cy="508001"/>
          </a:xfrm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54981223-5736-6E42-40B4-0676A07B7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4730750"/>
              <a:ext cx="128588" cy="346075"/>
            </a:xfrm>
            <a:custGeom>
              <a:avLst/>
              <a:gdLst>
                <a:gd name="T0" fmla="*/ 40 w 40"/>
                <a:gd name="T1" fmla="*/ 0 h 107"/>
                <a:gd name="T2" fmla="*/ 40 w 40"/>
                <a:gd name="T3" fmla="*/ 107 h 107"/>
                <a:gd name="T4" fmla="*/ 0 w 40"/>
                <a:gd name="T5" fmla="*/ 107 h 107"/>
                <a:gd name="T6" fmla="*/ 0 w 40"/>
                <a:gd name="T7" fmla="*/ 103 h 107"/>
                <a:gd name="T8" fmla="*/ 0 w 40"/>
                <a:gd name="T9" fmla="*/ 41 h 107"/>
                <a:gd name="T10" fmla="*/ 3 w 40"/>
                <a:gd name="T11" fmla="*/ 35 h 107"/>
                <a:gd name="T12" fmla="*/ 40 w 40"/>
                <a:gd name="T1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07">
                  <a:moveTo>
                    <a:pt x="40" y="0"/>
                  </a:moveTo>
                  <a:cubicBezTo>
                    <a:pt x="40" y="107"/>
                    <a:pt x="40" y="107"/>
                    <a:pt x="40" y="107"/>
                  </a:cubicBezTo>
                  <a:cubicBezTo>
                    <a:pt x="40" y="107"/>
                    <a:pt x="14" y="107"/>
                    <a:pt x="0" y="107"/>
                  </a:cubicBezTo>
                  <a:cubicBezTo>
                    <a:pt x="0" y="106"/>
                    <a:pt x="0" y="104"/>
                    <a:pt x="0" y="103"/>
                  </a:cubicBezTo>
                  <a:cubicBezTo>
                    <a:pt x="0" y="82"/>
                    <a:pt x="0" y="62"/>
                    <a:pt x="0" y="41"/>
                  </a:cubicBezTo>
                  <a:cubicBezTo>
                    <a:pt x="0" y="39"/>
                    <a:pt x="1" y="36"/>
                    <a:pt x="3" y="35"/>
                  </a:cubicBezTo>
                  <a:cubicBezTo>
                    <a:pt x="14" y="24"/>
                    <a:pt x="40" y="0"/>
                    <a:pt x="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84C02A6A-4B27-9DED-E473-F859FFB2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8138" y="4568825"/>
              <a:ext cx="568325" cy="323850"/>
            </a:xfrm>
            <a:custGeom>
              <a:avLst/>
              <a:gdLst>
                <a:gd name="T0" fmla="*/ 81 w 176"/>
                <a:gd name="T1" fmla="*/ 80 h 100"/>
                <a:gd name="T2" fmla="*/ 143 w 176"/>
                <a:gd name="T3" fmla="*/ 22 h 100"/>
                <a:gd name="T4" fmla="*/ 139 w 176"/>
                <a:gd name="T5" fmla="*/ 17 h 100"/>
                <a:gd name="T6" fmla="*/ 141 w 176"/>
                <a:gd name="T7" fmla="*/ 8 h 100"/>
                <a:gd name="T8" fmla="*/ 168 w 176"/>
                <a:gd name="T9" fmla="*/ 1 h 100"/>
                <a:gd name="T10" fmla="*/ 175 w 176"/>
                <a:gd name="T11" fmla="*/ 9 h 100"/>
                <a:gd name="T12" fmla="*/ 168 w 176"/>
                <a:gd name="T13" fmla="*/ 34 h 100"/>
                <a:gd name="T14" fmla="*/ 158 w 176"/>
                <a:gd name="T15" fmla="*/ 37 h 100"/>
                <a:gd name="T16" fmla="*/ 154 w 176"/>
                <a:gd name="T17" fmla="*/ 31 h 100"/>
                <a:gd name="T18" fmla="*/ 134 w 176"/>
                <a:gd name="T19" fmla="*/ 49 h 100"/>
                <a:gd name="T20" fmla="*/ 84 w 176"/>
                <a:gd name="T21" fmla="*/ 96 h 100"/>
                <a:gd name="T22" fmla="*/ 77 w 176"/>
                <a:gd name="T23" fmla="*/ 96 h 100"/>
                <a:gd name="T24" fmla="*/ 51 w 176"/>
                <a:gd name="T25" fmla="*/ 70 h 100"/>
                <a:gd name="T26" fmla="*/ 44 w 176"/>
                <a:gd name="T27" fmla="*/ 69 h 100"/>
                <a:gd name="T28" fmla="*/ 10 w 176"/>
                <a:gd name="T29" fmla="*/ 100 h 100"/>
                <a:gd name="T30" fmla="*/ 9 w 176"/>
                <a:gd name="T31" fmla="*/ 100 h 100"/>
                <a:gd name="T32" fmla="*/ 10 w 176"/>
                <a:gd name="T33" fmla="*/ 82 h 100"/>
                <a:gd name="T34" fmla="*/ 45 w 176"/>
                <a:gd name="T35" fmla="*/ 50 h 100"/>
                <a:gd name="T36" fmla="*/ 51 w 176"/>
                <a:gd name="T37" fmla="*/ 50 h 100"/>
                <a:gd name="T38" fmla="*/ 79 w 176"/>
                <a:gd name="T39" fmla="*/ 78 h 100"/>
                <a:gd name="T40" fmla="*/ 81 w 176"/>
                <a:gd name="T41" fmla="*/ 8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100">
                  <a:moveTo>
                    <a:pt x="81" y="80"/>
                  </a:moveTo>
                  <a:cubicBezTo>
                    <a:pt x="102" y="60"/>
                    <a:pt x="122" y="41"/>
                    <a:pt x="143" y="22"/>
                  </a:cubicBezTo>
                  <a:cubicBezTo>
                    <a:pt x="141" y="20"/>
                    <a:pt x="140" y="19"/>
                    <a:pt x="139" y="17"/>
                  </a:cubicBezTo>
                  <a:cubicBezTo>
                    <a:pt x="135" y="14"/>
                    <a:pt x="136" y="10"/>
                    <a:pt x="141" y="8"/>
                  </a:cubicBezTo>
                  <a:cubicBezTo>
                    <a:pt x="150" y="6"/>
                    <a:pt x="159" y="3"/>
                    <a:pt x="168" y="1"/>
                  </a:cubicBezTo>
                  <a:cubicBezTo>
                    <a:pt x="173" y="0"/>
                    <a:pt x="176" y="3"/>
                    <a:pt x="175" y="9"/>
                  </a:cubicBezTo>
                  <a:cubicBezTo>
                    <a:pt x="173" y="17"/>
                    <a:pt x="170" y="26"/>
                    <a:pt x="168" y="34"/>
                  </a:cubicBezTo>
                  <a:cubicBezTo>
                    <a:pt x="166" y="40"/>
                    <a:pt x="163" y="41"/>
                    <a:pt x="158" y="37"/>
                  </a:cubicBezTo>
                  <a:cubicBezTo>
                    <a:pt x="157" y="35"/>
                    <a:pt x="155" y="33"/>
                    <a:pt x="154" y="31"/>
                  </a:cubicBezTo>
                  <a:cubicBezTo>
                    <a:pt x="147" y="38"/>
                    <a:pt x="140" y="44"/>
                    <a:pt x="134" y="49"/>
                  </a:cubicBezTo>
                  <a:cubicBezTo>
                    <a:pt x="117" y="65"/>
                    <a:pt x="100" y="80"/>
                    <a:pt x="84" y="96"/>
                  </a:cubicBezTo>
                  <a:cubicBezTo>
                    <a:pt x="81" y="99"/>
                    <a:pt x="79" y="98"/>
                    <a:pt x="77" y="96"/>
                  </a:cubicBezTo>
                  <a:cubicBezTo>
                    <a:pt x="68" y="87"/>
                    <a:pt x="59" y="78"/>
                    <a:pt x="51" y="70"/>
                  </a:cubicBezTo>
                  <a:cubicBezTo>
                    <a:pt x="48" y="67"/>
                    <a:pt x="47" y="67"/>
                    <a:pt x="44" y="69"/>
                  </a:cubicBezTo>
                  <a:cubicBezTo>
                    <a:pt x="33" y="80"/>
                    <a:pt x="21" y="9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0" y="90"/>
                    <a:pt x="0" y="90"/>
                    <a:pt x="10" y="82"/>
                  </a:cubicBezTo>
                  <a:cubicBezTo>
                    <a:pt x="21" y="71"/>
                    <a:pt x="33" y="61"/>
                    <a:pt x="45" y="50"/>
                  </a:cubicBezTo>
                  <a:cubicBezTo>
                    <a:pt x="47" y="48"/>
                    <a:pt x="49" y="48"/>
                    <a:pt x="51" y="50"/>
                  </a:cubicBezTo>
                  <a:cubicBezTo>
                    <a:pt x="60" y="60"/>
                    <a:pt x="70" y="69"/>
                    <a:pt x="79" y="78"/>
                  </a:cubicBezTo>
                  <a:cubicBezTo>
                    <a:pt x="80" y="79"/>
                    <a:pt x="80" y="79"/>
                    <a:pt x="81" y="8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549A47A6-B18C-C55C-5570-C8106AAA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9888" y="4856163"/>
              <a:ext cx="130175" cy="220663"/>
            </a:xfrm>
            <a:custGeom>
              <a:avLst/>
              <a:gdLst>
                <a:gd name="T0" fmla="*/ 37 w 40"/>
                <a:gd name="T1" fmla="*/ 0 h 68"/>
                <a:gd name="T2" fmla="*/ 40 w 40"/>
                <a:gd name="T3" fmla="*/ 2 h 68"/>
                <a:gd name="T4" fmla="*/ 40 w 40"/>
                <a:gd name="T5" fmla="*/ 67 h 68"/>
                <a:gd name="T6" fmla="*/ 40 w 40"/>
                <a:gd name="T7" fmla="*/ 68 h 68"/>
                <a:gd name="T8" fmla="*/ 0 w 40"/>
                <a:gd name="T9" fmla="*/ 68 h 68"/>
                <a:gd name="T10" fmla="*/ 0 w 40"/>
                <a:gd name="T11" fmla="*/ 34 h 68"/>
                <a:gd name="T12" fmla="*/ 1 w 40"/>
                <a:gd name="T13" fmla="*/ 32 h 68"/>
                <a:gd name="T14" fmla="*/ 37 w 40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68">
                  <a:moveTo>
                    <a:pt x="37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4"/>
                    <a:pt x="40" y="4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27" y="68"/>
                    <a:pt x="14" y="68"/>
                    <a:pt x="0" y="68"/>
                  </a:cubicBezTo>
                  <a:cubicBezTo>
                    <a:pt x="0" y="57"/>
                    <a:pt x="0" y="45"/>
                    <a:pt x="0" y="34"/>
                  </a:cubicBezTo>
                  <a:cubicBezTo>
                    <a:pt x="0" y="33"/>
                    <a:pt x="1" y="32"/>
                    <a:pt x="1" y="32"/>
                  </a:cubicBezTo>
                  <a:cubicBezTo>
                    <a:pt x="13" y="21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93A1A4CB-527F-2ADA-831C-9FAF47C34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4895850"/>
              <a:ext cx="128588" cy="180975"/>
            </a:xfrm>
            <a:custGeom>
              <a:avLst/>
              <a:gdLst>
                <a:gd name="T0" fmla="*/ 40 w 40"/>
                <a:gd name="T1" fmla="*/ 0 h 56"/>
                <a:gd name="T2" fmla="*/ 40 w 40"/>
                <a:gd name="T3" fmla="*/ 56 h 56"/>
                <a:gd name="T4" fmla="*/ 0 w 40"/>
                <a:gd name="T5" fmla="*/ 56 h 56"/>
                <a:gd name="T6" fmla="*/ 0 w 40"/>
                <a:gd name="T7" fmla="*/ 2 h 56"/>
                <a:gd name="T8" fmla="*/ 14 w 40"/>
                <a:gd name="T9" fmla="*/ 17 h 56"/>
                <a:gd name="T10" fmla="*/ 21 w 40"/>
                <a:gd name="T11" fmla="*/ 17 h 56"/>
                <a:gd name="T12" fmla="*/ 40 w 40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56">
                  <a:moveTo>
                    <a:pt x="40" y="0"/>
                  </a:moveTo>
                  <a:cubicBezTo>
                    <a:pt x="40" y="19"/>
                    <a:pt x="40" y="37"/>
                    <a:pt x="40" y="56"/>
                  </a:cubicBezTo>
                  <a:cubicBezTo>
                    <a:pt x="27" y="56"/>
                    <a:pt x="14" y="56"/>
                    <a:pt x="0" y="56"/>
                  </a:cubicBezTo>
                  <a:cubicBezTo>
                    <a:pt x="0" y="39"/>
                    <a:pt x="0" y="2"/>
                    <a:pt x="0" y="2"/>
                  </a:cubicBezTo>
                  <a:cubicBezTo>
                    <a:pt x="0" y="2"/>
                    <a:pt x="10" y="12"/>
                    <a:pt x="14" y="17"/>
                  </a:cubicBezTo>
                  <a:cubicBezTo>
                    <a:pt x="16" y="19"/>
                    <a:pt x="18" y="20"/>
                    <a:pt x="21" y="17"/>
                  </a:cubicBezTo>
                  <a:cubicBezTo>
                    <a:pt x="27" y="11"/>
                    <a:pt x="33" y="6"/>
                    <a:pt x="4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" name="TextBox 17">
            <a:extLst>
              <a:ext uri="{FF2B5EF4-FFF2-40B4-BE49-F238E27FC236}">
                <a16:creationId xmlns:a16="http://schemas.microsoft.com/office/drawing/2014/main" id="{0B608C4B-5441-451D-AAB5-50DCC40E687D}"/>
              </a:ext>
            </a:extLst>
          </p:cNvPr>
          <p:cNvSpPr txBox="1"/>
          <p:nvPr/>
        </p:nvSpPr>
        <p:spPr>
          <a:xfrm>
            <a:off x="6053684" y="4911734"/>
            <a:ext cx="1852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80%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des </a:t>
            </a:r>
            <a:r>
              <a:rPr lang="fr-CM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organisateurs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ECBC2F25-9169-9CE0-8C66-C8448FEA6805}"/>
              </a:ext>
            </a:extLst>
          </p:cNvPr>
          <p:cNvSpPr txBox="1"/>
          <p:nvPr/>
        </p:nvSpPr>
        <p:spPr>
          <a:xfrm>
            <a:off x="3823812" y="5721783"/>
            <a:ext cx="84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35%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2EBE42-4C5D-AB87-9380-C41C061F4B56}"/>
              </a:ext>
            </a:extLst>
          </p:cNvPr>
          <p:cNvSpPr txBox="1"/>
          <p:nvPr/>
        </p:nvSpPr>
        <p:spPr>
          <a:xfrm>
            <a:off x="5018628" y="6094548"/>
            <a:ext cx="1334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1600" b="1" noProof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outils manuel </a:t>
            </a:r>
            <a:endParaRPr lang="fr-CM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E2A072-4E8B-56D9-AF18-015DC9E41B89}"/>
              </a:ext>
            </a:extLst>
          </p:cNvPr>
          <p:cNvSpPr txBox="1"/>
          <p:nvPr/>
        </p:nvSpPr>
        <p:spPr>
          <a:xfrm>
            <a:off x="3653231" y="6187774"/>
            <a:ext cx="1238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événements</a:t>
            </a:r>
            <a:r>
              <a:rPr lang="en-US" sz="1600" b="1" noProof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600" b="1" noProof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affectés</a:t>
            </a:r>
            <a:r>
              <a:rPr lang="en-US" sz="1600" b="1" noProof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lang="fr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7EF14F-BD0F-F9B1-3930-F48F1EF0D072}"/>
              </a:ext>
            </a:extLst>
          </p:cNvPr>
          <p:cNvSpPr txBox="1"/>
          <p:nvPr/>
        </p:nvSpPr>
        <p:spPr>
          <a:xfrm>
            <a:off x="3599426" y="3758456"/>
            <a:ext cx="1928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Perte de temps</a:t>
            </a:r>
            <a:endParaRPr lang="fr-FR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540987-E3C4-EFFD-9EC4-F10C13BD1CFA}"/>
              </a:ext>
            </a:extLst>
          </p:cNvPr>
          <p:cNvSpPr txBox="1"/>
          <p:nvPr/>
        </p:nvSpPr>
        <p:spPr>
          <a:xfrm>
            <a:off x="3433930" y="3252371"/>
            <a:ext cx="2470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taux</a:t>
            </a:r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d'erreur</a:t>
            </a:r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critique</a:t>
            </a:r>
            <a:r>
              <a:rPr lang="en-US" sz="1800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0F1A2D-E7F3-C533-328D-9DC06C250C4E}"/>
              </a:ext>
            </a:extLst>
          </p:cNvPr>
          <p:cNvSpPr txBox="1"/>
          <p:nvPr/>
        </p:nvSpPr>
        <p:spPr>
          <a:xfrm>
            <a:off x="3482423" y="2798264"/>
            <a:ext cx="2737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absence </a:t>
            </a:r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totale</a:t>
            </a:r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d'analyse</a:t>
            </a:r>
            <a:endParaRPr lang="fr-FR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608" y="1052401"/>
            <a:ext cx="710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799" y="1942628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430306" y="1938579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289027" y="1938579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6563">
            <a:off x="533897" y="1721223"/>
            <a:ext cx="7359588" cy="5426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5214" y="3681941"/>
            <a:ext cx="4101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 mettre sur pied une plateforme intelligente qui permettra aux organisateurs de mieux gérer leurs évènements ?</a:t>
            </a:r>
            <a:endParaRPr lang="en-US" noProof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935" y="1000202"/>
            <a:ext cx="2566235" cy="5521914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253615" y="5135111"/>
            <a:ext cx="1224280" cy="1301750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16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136563" y="2427865"/>
            <a:ext cx="920115" cy="977265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 31"/>
          <p:cNvGrpSpPr/>
          <p:nvPr/>
        </p:nvGrpSpPr>
        <p:grpSpPr>
          <a:xfrm>
            <a:off x="7300671" y="2519982"/>
            <a:ext cx="812464" cy="863393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" name="Group 37"/>
          <p:cNvGrpSpPr/>
          <p:nvPr/>
        </p:nvGrpSpPr>
        <p:grpSpPr>
          <a:xfrm>
            <a:off x="10482870" y="4904891"/>
            <a:ext cx="610074" cy="648316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35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A87AF2D0-6B9E-6D24-4821-2F301401225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30" name="Rectangle: Rounded Corners 29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8889" y="1020330"/>
            <a:ext cx="7102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 DE </a:t>
            </a:r>
          </a:p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02" y="2708971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35" name="Rectangle 34"/>
          <p:cNvSpPr/>
          <p:nvPr/>
        </p:nvSpPr>
        <p:spPr>
          <a:xfrm>
            <a:off x="4931509" y="2704922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36" name="Rectangle 35"/>
          <p:cNvSpPr/>
          <p:nvPr/>
        </p:nvSpPr>
        <p:spPr>
          <a:xfrm>
            <a:off x="2790230" y="2704922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37" name="Picture 2" descr="Les étapes de mise en place d'un projet we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40" y="886751"/>
            <a:ext cx="5065071" cy="5689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Sur la photo, un homme analyse les résultats de son site interne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527" y="3238235"/>
            <a:ext cx="4746142" cy="31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4176DB-68D7-C961-0E4D-0FC3BF8902A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729" y="1284256"/>
            <a:ext cx="7102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 ET CONCEPTION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640" y="2936548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201147" y="2932499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059868" y="2932499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833" y="1558210"/>
            <a:ext cx="5200558" cy="5200558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482600" y="4649470"/>
            <a:ext cx="1224280" cy="1301750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33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80440" y="3452495"/>
            <a:ext cx="920115" cy="977265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39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31"/>
          <p:cNvGrpSpPr/>
          <p:nvPr/>
        </p:nvGrpSpPr>
        <p:grpSpPr>
          <a:xfrm>
            <a:off x="7225159" y="1051681"/>
            <a:ext cx="812464" cy="863393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37"/>
          <p:cNvGrpSpPr/>
          <p:nvPr/>
        </p:nvGrpSpPr>
        <p:grpSpPr>
          <a:xfrm>
            <a:off x="8943424" y="1297699"/>
            <a:ext cx="610074" cy="648316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1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Group 14"/>
          <p:cNvGrpSpPr/>
          <p:nvPr/>
        </p:nvGrpSpPr>
        <p:grpSpPr>
          <a:xfrm rot="10800000">
            <a:off x="1901190" y="3767455"/>
            <a:ext cx="2142490" cy="2580005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2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Group 29"/>
          <p:cNvGrpSpPr/>
          <p:nvPr/>
        </p:nvGrpSpPr>
        <p:grpSpPr>
          <a:xfrm rot="10800000">
            <a:off x="4115435" y="4145280"/>
            <a:ext cx="1838325" cy="2214880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54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44"/>
          <p:cNvGrpSpPr/>
          <p:nvPr/>
        </p:nvGrpSpPr>
        <p:grpSpPr>
          <a:xfrm rot="10800000">
            <a:off x="6018530" y="4693920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69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4" name="Picture 83">
            <a:extLst>
              <a:ext uri="{FF2B5EF4-FFF2-40B4-BE49-F238E27FC236}">
                <a16:creationId xmlns:a16="http://schemas.microsoft.com/office/drawing/2014/main" id="{BFC090B6-16C9-109B-8AB9-9D2C07FF28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763" y="1020188"/>
            <a:ext cx="710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1674" y="1906736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7023181" y="1902687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881902" y="1902687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7170" name="Picture 2" descr="Logo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808" y="2311266"/>
            <a:ext cx="6416065" cy="467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1" name="Group 100"/>
          <p:cNvGrpSpPr/>
          <p:nvPr/>
        </p:nvGrpSpPr>
        <p:grpSpPr>
          <a:xfrm>
            <a:off x="316230" y="-29845"/>
            <a:ext cx="1913255" cy="4002405"/>
            <a:chOff x="6867287" y="-41482"/>
            <a:chExt cx="2795796" cy="5652169"/>
          </a:xfrm>
        </p:grpSpPr>
        <p:grpSp>
          <p:nvGrpSpPr>
            <p:cNvPr id="40" name="Group 39"/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41" name="Freeform 5"/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Freeform 6"/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 7"/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 8"/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9"/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10"/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 11"/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12"/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13"/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14"/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15"/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16"/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Freeform 17"/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 18"/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87" name="Straight Connector 86"/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roup 44"/>
          <p:cNvGrpSpPr/>
          <p:nvPr/>
        </p:nvGrpSpPr>
        <p:grpSpPr>
          <a:xfrm rot="10800000">
            <a:off x="10363200" y="4907280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69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364365" y="1579225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34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32"/>
          <p:cNvGrpSpPr/>
          <p:nvPr/>
        </p:nvGrpSpPr>
        <p:grpSpPr>
          <a:xfrm>
            <a:off x="10746760" y="3121005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32"/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21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Group 32"/>
          <p:cNvGrpSpPr/>
          <p:nvPr/>
        </p:nvGrpSpPr>
        <p:grpSpPr>
          <a:xfrm>
            <a:off x="3633490" y="2499975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27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564AA90E-EB27-9C07-D9D5-CF36954DD11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010CB6-352A-69E1-01B0-5B689C028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1206" y="-2667000"/>
            <a:ext cx="6858000" cy="121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BCEB4-BEF9-CDED-724C-06D3EFD29185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9660F6-2128-D344-CE20-27C02B2A3703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149F1-8C59-9FE5-F455-0CDFC47BBD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34116-9749-2ED4-E543-93FBBF89E0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4E5261-AA4E-65D8-FC0F-E7F8780A90FA}"/>
              </a:ext>
            </a:extLst>
          </p:cNvPr>
          <p:cNvSpPr txBox="1"/>
          <p:nvPr/>
        </p:nvSpPr>
        <p:spPr>
          <a:xfrm>
            <a:off x="561683" y="2049320"/>
            <a:ext cx="528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DE CAS D’UTILISATION GLOBALE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FDDCF-2541-AC07-7E67-9F7D723BCE46}"/>
              </a:ext>
            </a:extLst>
          </p:cNvPr>
          <p:cNvSpPr/>
          <p:nvPr/>
        </p:nvSpPr>
        <p:spPr>
          <a:xfrm>
            <a:off x="646155" y="3807774"/>
            <a:ext cx="1557652" cy="706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95494-8466-C5E6-95C6-A62DC88E1FE7}"/>
              </a:ext>
            </a:extLst>
          </p:cNvPr>
          <p:cNvSpPr/>
          <p:nvPr/>
        </p:nvSpPr>
        <p:spPr>
          <a:xfrm>
            <a:off x="646155" y="1931223"/>
            <a:ext cx="1557652" cy="706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10F10-41E2-836D-6882-E79AF0048F34}"/>
              </a:ext>
            </a:extLst>
          </p:cNvPr>
          <p:cNvSpPr/>
          <p:nvPr/>
        </p:nvSpPr>
        <p:spPr>
          <a:xfrm>
            <a:off x="2364068" y="3802912"/>
            <a:ext cx="1557652" cy="706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DC6780-E360-3C41-2550-41D0444DAD83}"/>
              </a:ext>
            </a:extLst>
          </p:cNvPr>
          <p:cNvGrpSpPr/>
          <p:nvPr/>
        </p:nvGrpSpPr>
        <p:grpSpPr>
          <a:xfrm>
            <a:off x="25794" y="-121721"/>
            <a:ext cx="1115730" cy="1939925"/>
            <a:chOff x="6867287" y="-41482"/>
            <a:chExt cx="2795796" cy="565216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037485-1F07-C43D-6B6E-D0531BD8DB8D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D74CDB98-C8D5-C012-6CCC-C4E67CE9E2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8BBF54B7-03B4-B5F3-EE10-F0F80C5770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F6F976D8-5C5C-4CBF-F133-00ADBF3CD5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 8">
                <a:extLst>
                  <a:ext uri="{FF2B5EF4-FFF2-40B4-BE49-F238E27FC236}">
                    <a16:creationId xmlns:a16="http://schemas.microsoft.com/office/drawing/2014/main" id="{196BAEC9-BD26-9809-206F-5DB8AC115E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 9">
                <a:extLst>
                  <a:ext uri="{FF2B5EF4-FFF2-40B4-BE49-F238E27FC236}">
                    <a16:creationId xmlns:a16="http://schemas.microsoft.com/office/drawing/2014/main" id="{20E2520C-8CD6-01E8-E842-6352C3872B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 10">
                <a:extLst>
                  <a:ext uri="{FF2B5EF4-FFF2-40B4-BE49-F238E27FC236}">
                    <a16:creationId xmlns:a16="http://schemas.microsoft.com/office/drawing/2014/main" id="{898ED9F3-DBD9-B111-3079-9D08EE17B5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B61DC0AA-998F-C12D-BA65-5C45452713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611826EC-3F72-BCC1-3737-AA5406B854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13">
                <a:extLst>
                  <a:ext uri="{FF2B5EF4-FFF2-40B4-BE49-F238E27FC236}">
                    <a16:creationId xmlns:a16="http://schemas.microsoft.com/office/drawing/2014/main" id="{DDC8D9FB-7984-5C03-331E-B2ABA0E7D1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 14">
                <a:extLst>
                  <a:ext uri="{FF2B5EF4-FFF2-40B4-BE49-F238E27FC236}">
                    <a16:creationId xmlns:a16="http://schemas.microsoft.com/office/drawing/2014/main" id="{815540B5-D7E6-E10D-37E4-CA7CFCC82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14A698DB-BC9A-3595-C1C5-99A007E538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 16">
                <a:extLst>
                  <a:ext uri="{FF2B5EF4-FFF2-40B4-BE49-F238E27FC236}">
                    <a16:creationId xmlns:a16="http://schemas.microsoft.com/office/drawing/2014/main" id="{F6BFCDF1-094D-737C-636C-56A99D7A3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C3CB5254-6382-B14D-4F57-D15CAA8962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18">
                <a:extLst>
                  <a:ext uri="{FF2B5EF4-FFF2-40B4-BE49-F238E27FC236}">
                    <a16:creationId xmlns:a16="http://schemas.microsoft.com/office/drawing/2014/main" id="{454CD483-CF46-064F-B264-034F68FFA5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472CADB-26D9-1DFE-EBF6-A1368CE24919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126F81FA-7C65-9702-0F6B-22B50266F686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44">
            <a:extLst>
              <a:ext uri="{FF2B5EF4-FFF2-40B4-BE49-F238E27FC236}">
                <a16:creationId xmlns:a16="http://schemas.microsoft.com/office/drawing/2014/main" id="{784EF2A1-4719-9117-7D25-82EEF659394A}"/>
              </a:ext>
            </a:extLst>
          </p:cNvPr>
          <p:cNvGrpSpPr/>
          <p:nvPr/>
        </p:nvGrpSpPr>
        <p:grpSpPr>
          <a:xfrm rot="12143384">
            <a:off x="759980" y="4219484"/>
            <a:ext cx="2143697" cy="2654263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A1E382CC-9D5B-BA97-DA1F-A0AC4DE296E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ADBE4922-9139-D65D-5000-5F8F2E073EE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CBBDAF8C-7BCE-AC0E-4939-6DAD4E7CF29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DE3A90C3-A44F-3B51-7E7F-0DB63681F24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C3FA7B11-9F6D-242B-8B89-C19C46B8010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E4889B9-319F-84E7-5835-13B85BDC31E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6A223D6-2A78-FDD1-91E1-51B19A86B13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5DD2328A-EB99-7D30-9A86-FD0834ADC45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E25A352-FC13-37AA-F280-C6EB843BE6D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D4D65E88-F2B9-C828-6823-644AFC40758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6B034713-D3F4-179F-4193-89DEC98C0B1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BADAFAA0-7E00-EDD3-C11E-D8F11116F11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1C1B2DC6-965D-F1CC-8E64-E0FB242E04D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C8266D3-12C1-2430-4694-3A7ADE809B6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9D59A75-CD96-6E99-1020-DB66FEEB9F21}"/>
              </a:ext>
            </a:extLst>
          </p:cNvPr>
          <p:cNvGrpSpPr/>
          <p:nvPr/>
        </p:nvGrpSpPr>
        <p:grpSpPr>
          <a:xfrm>
            <a:off x="10860191" y="1280468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CB7A170D-1B0D-7B30-71C5-AEB9558AA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38A445D0-2EF9-2CCC-3E58-D677C390AA36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A8427B1F-29EA-DABB-F3EB-D14C48A3D94F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0E2D4016-B597-B19E-899D-BEC828A6D788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4860589F-B17F-191D-2435-C7BA8E4F77E3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32">
            <a:extLst>
              <a:ext uri="{FF2B5EF4-FFF2-40B4-BE49-F238E27FC236}">
                <a16:creationId xmlns:a16="http://schemas.microsoft.com/office/drawing/2014/main" id="{AC34E6D5-63B4-DB0A-EEEB-510468E61641}"/>
              </a:ext>
            </a:extLst>
          </p:cNvPr>
          <p:cNvGrpSpPr/>
          <p:nvPr/>
        </p:nvGrpSpPr>
        <p:grpSpPr>
          <a:xfrm>
            <a:off x="3962558" y="6006004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D4ECB21A-9E68-8F47-86CE-72E59326AC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487816E6-D38B-BCE5-5D15-39130F03FCC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9D5BDF7F-9BFD-2B9B-DA1D-8E9B6207B24A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9381458D-9F3D-65B5-E492-ABF4A435A0A6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E40A5469-1D9D-5DB9-BACD-25129436E5C5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5" name="Group 32">
            <a:extLst>
              <a:ext uri="{FF2B5EF4-FFF2-40B4-BE49-F238E27FC236}">
                <a16:creationId xmlns:a16="http://schemas.microsoft.com/office/drawing/2014/main" id="{8730802B-13D9-E4CA-7B31-10C2031F604B}"/>
              </a:ext>
            </a:extLst>
          </p:cNvPr>
          <p:cNvGrpSpPr/>
          <p:nvPr/>
        </p:nvGrpSpPr>
        <p:grpSpPr>
          <a:xfrm>
            <a:off x="4604789" y="105712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BEF3F3C7-A8A6-999F-A928-DF32C4D2DF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931E40D1-25FD-D911-D103-819AFB69BE9F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0B1A8DE9-2DB2-8BD7-C13C-38ADCABC2883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00A7434E-7492-89B6-846F-D7BD731CB023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C59393E9-F5CD-AB5E-1D59-93A91DDB8E03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5F25B432-9982-6F3A-0E7A-C332F7863A4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61D8FE4-5C74-1E27-E1F4-065A1CE1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019" y="933180"/>
            <a:ext cx="5986324" cy="705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" name="Group 32">
            <a:extLst>
              <a:ext uri="{FF2B5EF4-FFF2-40B4-BE49-F238E27FC236}">
                <a16:creationId xmlns:a16="http://schemas.microsoft.com/office/drawing/2014/main" id="{596F0D02-C8F1-2A2D-F7A4-14F23A9A42A4}"/>
              </a:ext>
            </a:extLst>
          </p:cNvPr>
          <p:cNvGrpSpPr/>
          <p:nvPr/>
        </p:nvGrpSpPr>
        <p:grpSpPr>
          <a:xfrm>
            <a:off x="11168800" y="5499307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2A332733-E5CF-C1F2-A505-B05898B15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8E6FAABB-20AD-9E5D-DD62-3D45A0155611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DAF80EF6-AB16-F0E8-97E6-9339708D0B55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92D6221F-970F-D74E-9548-224E1BEC938A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9B8ACFEC-0325-E312-C070-D20FB3C97916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6A772712-51BB-46FA-4BCD-6CD0BC7B89D5}"/>
              </a:ext>
            </a:extLst>
          </p:cNvPr>
          <p:cNvGrpSpPr/>
          <p:nvPr/>
        </p:nvGrpSpPr>
        <p:grpSpPr>
          <a:xfrm rot="12143384">
            <a:off x="3142808" y="4298035"/>
            <a:ext cx="1273734" cy="1577100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7ED8A486-1DED-2518-5FE3-4590777C4CB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D6FA1B4D-0595-4FC1-447A-5771A4D73BF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A045A6B2-31A6-961F-3FA0-835756DB1DB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DD4F38A3-ECD9-4106-4DC6-7AF3AEA1F03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82376867-F1D4-2600-CC4A-0BD25409CF8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537E912A-6739-71C3-B2EB-54162EB8BCA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460EE82F-7E45-3117-D748-B9173D603DA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EE7CAE9A-34B6-696C-9FD6-DF72F9D1C09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06D0A3E1-F0F5-A387-548C-C16D1C66843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0B7D43F7-8F79-1CEE-F99C-5D0FFCD3990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422D1454-C760-3F73-46E1-9AB88080D28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3FD53311-856F-EF69-B8B8-A5FC7E58A0E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F74B3DC1-4F8A-400B-5052-8E93AF2A7F5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EA744D8C-FB79-75B1-EB05-569E2057379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4" name="Group 44">
            <a:extLst>
              <a:ext uri="{FF2B5EF4-FFF2-40B4-BE49-F238E27FC236}">
                <a16:creationId xmlns:a16="http://schemas.microsoft.com/office/drawing/2014/main" id="{0E5EC848-211E-397F-9AFA-9CB8594B005B}"/>
              </a:ext>
            </a:extLst>
          </p:cNvPr>
          <p:cNvGrpSpPr/>
          <p:nvPr/>
        </p:nvGrpSpPr>
        <p:grpSpPr>
          <a:xfrm rot="12143384">
            <a:off x="4400872" y="3465665"/>
            <a:ext cx="1273734" cy="1577100"/>
            <a:chOff x="3389152" y="2224726"/>
            <a:chExt cx="2203483" cy="2687684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15" name="Freeform 5">
              <a:extLst>
                <a:ext uri="{FF2B5EF4-FFF2-40B4-BE49-F238E27FC236}">
                  <a16:creationId xmlns:a16="http://schemas.microsoft.com/office/drawing/2014/main" id="{3F538669-883D-2C8E-A715-87F462FE5CE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31B869ED-9A26-CDD2-29B7-BE67942AA36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16027102-445D-B358-5C5D-0C5C89BB331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AE751BF2-B1FF-B8AC-6279-87661C395A7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4F7E447D-9662-62A2-2CF9-F002E833355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18931435-1DDD-90C5-3FA4-D906E28C2A8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7E259270-B6B0-BD19-B76E-34DCF9CED56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 12">
              <a:extLst>
                <a:ext uri="{FF2B5EF4-FFF2-40B4-BE49-F238E27FC236}">
                  <a16:creationId xmlns:a16="http://schemas.microsoft.com/office/drawing/2014/main" id="{575C5B40-2FD6-320B-1A14-6980DD21592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3">
              <a:extLst>
                <a:ext uri="{FF2B5EF4-FFF2-40B4-BE49-F238E27FC236}">
                  <a16:creationId xmlns:a16="http://schemas.microsoft.com/office/drawing/2014/main" id="{136EF8AD-643E-DBF9-0A70-1E6B23C51FF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 14">
              <a:extLst>
                <a:ext uri="{FF2B5EF4-FFF2-40B4-BE49-F238E27FC236}">
                  <a16:creationId xmlns:a16="http://schemas.microsoft.com/office/drawing/2014/main" id="{235AFC8B-FD0B-41B8-B45E-9A4F7E18D44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15">
              <a:extLst>
                <a:ext uri="{FF2B5EF4-FFF2-40B4-BE49-F238E27FC236}">
                  <a16:creationId xmlns:a16="http://schemas.microsoft.com/office/drawing/2014/main" id="{6B40A65A-B4FE-5D07-230A-332A5F0AB11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A515BC5A-D81F-E83F-2C31-3492279D087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 17">
              <a:extLst>
                <a:ext uri="{FF2B5EF4-FFF2-40B4-BE49-F238E27FC236}">
                  <a16:creationId xmlns:a16="http://schemas.microsoft.com/office/drawing/2014/main" id="{71B2563D-0EBE-D891-B991-AEC26FF8A98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Freeform 18">
              <a:extLst>
                <a:ext uri="{FF2B5EF4-FFF2-40B4-BE49-F238E27FC236}">
                  <a16:creationId xmlns:a16="http://schemas.microsoft.com/office/drawing/2014/main" id="{4A30F2FD-CEAF-18D6-599D-A2341928846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4887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>
            <a:extLst>
              <a:ext uri="{FF2B5EF4-FFF2-40B4-BE49-F238E27FC236}">
                <a16:creationId xmlns:a16="http://schemas.microsoft.com/office/drawing/2014/main" id="{1483CAE9-E5B0-4653-3F0B-DA794B145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1206" y="-2667000"/>
            <a:ext cx="6858000" cy="12192000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C6A3ED04-5B11-9DA0-8A38-F372F708C174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AE484B68-2095-C459-ABA3-F15CA567313C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7AC92B7E-B28D-9CBC-8C5B-2F4E5B876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C7B33C4F-17CB-019E-6A5B-465CDBD0C2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D87141F3-2CE7-FDB0-4F6C-3B976F7BDB44}"/>
              </a:ext>
            </a:extLst>
          </p:cNvPr>
          <p:cNvSpPr txBox="1"/>
          <p:nvPr/>
        </p:nvSpPr>
        <p:spPr>
          <a:xfrm>
            <a:off x="483279" y="2441230"/>
            <a:ext cx="41596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</a:t>
            </a:r>
          </a:p>
          <a:p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CAS DE </a:t>
            </a:r>
            <a:r>
              <a:rPr lang="en-US" sz="3200" b="1" noProof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S’AUTHENTIFIER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FD6BA7B-0ACC-AFFB-F30D-690BD9BA7FFF}"/>
              </a:ext>
            </a:extLst>
          </p:cNvPr>
          <p:cNvSpPr/>
          <p:nvPr/>
        </p:nvSpPr>
        <p:spPr>
          <a:xfrm>
            <a:off x="632048" y="4146328"/>
            <a:ext cx="1803061" cy="928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7BDE344-7336-25E7-DBF1-8590BEF5D8F0}"/>
              </a:ext>
            </a:extLst>
          </p:cNvPr>
          <p:cNvSpPr/>
          <p:nvPr/>
        </p:nvSpPr>
        <p:spPr>
          <a:xfrm>
            <a:off x="646155" y="2173858"/>
            <a:ext cx="1803061" cy="928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EBF6FDB-2580-3F49-2355-E0E4ECD20544}"/>
              </a:ext>
            </a:extLst>
          </p:cNvPr>
          <p:cNvSpPr/>
          <p:nvPr/>
        </p:nvSpPr>
        <p:spPr>
          <a:xfrm>
            <a:off x="2563089" y="4163111"/>
            <a:ext cx="1803061" cy="928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CAA511D-C646-400C-49E5-D16C60A05F68}"/>
              </a:ext>
            </a:extLst>
          </p:cNvPr>
          <p:cNvGrpSpPr/>
          <p:nvPr/>
        </p:nvGrpSpPr>
        <p:grpSpPr>
          <a:xfrm>
            <a:off x="25794" y="-121721"/>
            <a:ext cx="1115730" cy="1939925"/>
            <a:chOff x="6867287" y="-41482"/>
            <a:chExt cx="2795796" cy="5652169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E751D6AE-4EED-18E4-ED2A-CD63815B5186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151" name="Freeform 5">
                <a:extLst>
                  <a:ext uri="{FF2B5EF4-FFF2-40B4-BE49-F238E27FC236}">
                    <a16:creationId xmlns:a16="http://schemas.microsoft.com/office/drawing/2014/main" id="{60F0AB5D-1B11-3A53-BADD-421CE41C00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6">
                <a:extLst>
                  <a:ext uri="{FF2B5EF4-FFF2-40B4-BE49-F238E27FC236}">
                    <a16:creationId xmlns:a16="http://schemas.microsoft.com/office/drawing/2014/main" id="{949A06E6-73A7-52F6-0E12-A7170BB96A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7">
                <a:extLst>
                  <a:ext uri="{FF2B5EF4-FFF2-40B4-BE49-F238E27FC236}">
                    <a16:creationId xmlns:a16="http://schemas.microsoft.com/office/drawing/2014/main" id="{542C1930-3204-C551-4996-29776EFB9A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8">
                <a:extLst>
                  <a:ext uri="{FF2B5EF4-FFF2-40B4-BE49-F238E27FC236}">
                    <a16:creationId xmlns:a16="http://schemas.microsoft.com/office/drawing/2014/main" id="{85B5B928-2C5F-68F1-F743-B3D236F233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9">
                <a:extLst>
                  <a:ext uri="{FF2B5EF4-FFF2-40B4-BE49-F238E27FC236}">
                    <a16:creationId xmlns:a16="http://schemas.microsoft.com/office/drawing/2014/main" id="{051E6CA6-BD9E-7318-C84C-6B99BD5B51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0">
                <a:extLst>
                  <a:ext uri="{FF2B5EF4-FFF2-40B4-BE49-F238E27FC236}">
                    <a16:creationId xmlns:a16="http://schemas.microsoft.com/office/drawing/2014/main" id="{10BDDAE6-3470-D5BE-9860-39BABF995A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Freeform 11">
                <a:extLst>
                  <a:ext uri="{FF2B5EF4-FFF2-40B4-BE49-F238E27FC236}">
                    <a16:creationId xmlns:a16="http://schemas.microsoft.com/office/drawing/2014/main" id="{5045CC68-AAF9-96FB-BCA5-AC7EEEAB1A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2">
                <a:extLst>
                  <a:ext uri="{FF2B5EF4-FFF2-40B4-BE49-F238E27FC236}">
                    <a16:creationId xmlns:a16="http://schemas.microsoft.com/office/drawing/2014/main" id="{5F8C2059-FCEB-2464-6263-AFB084B87C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3">
                <a:extLst>
                  <a:ext uri="{FF2B5EF4-FFF2-40B4-BE49-F238E27FC236}">
                    <a16:creationId xmlns:a16="http://schemas.microsoft.com/office/drawing/2014/main" id="{1F4A141D-02E3-0465-D763-78692964C8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4">
                <a:extLst>
                  <a:ext uri="{FF2B5EF4-FFF2-40B4-BE49-F238E27FC236}">
                    <a16:creationId xmlns:a16="http://schemas.microsoft.com/office/drawing/2014/main" id="{553CA7F5-D682-F29B-047A-6AFC380623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5">
                <a:extLst>
                  <a:ext uri="{FF2B5EF4-FFF2-40B4-BE49-F238E27FC236}">
                    <a16:creationId xmlns:a16="http://schemas.microsoft.com/office/drawing/2014/main" id="{E5FD48F8-AAB3-978C-226C-105209C0AE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">
                <a:extLst>
                  <a:ext uri="{FF2B5EF4-FFF2-40B4-BE49-F238E27FC236}">
                    <a16:creationId xmlns:a16="http://schemas.microsoft.com/office/drawing/2014/main" id="{9A8E8868-2891-7FEB-1FA1-7C2C66DBBC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7">
                <a:extLst>
                  <a:ext uri="{FF2B5EF4-FFF2-40B4-BE49-F238E27FC236}">
                    <a16:creationId xmlns:a16="http://schemas.microsoft.com/office/drawing/2014/main" id="{3363E845-7105-91BC-F49A-66AA511D2D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8">
                <a:extLst>
                  <a:ext uri="{FF2B5EF4-FFF2-40B4-BE49-F238E27FC236}">
                    <a16:creationId xmlns:a16="http://schemas.microsoft.com/office/drawing/2014/main" id="{8AA65141-7E6B-770D-6B93-A3C1256072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DFD0EE1-2310-FE41-2FFF-83281516C287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5" name="Picture 164">
            <a:extLst>
              <a:ext uri="{FF2B5EF4-FFF2-40B4-BE49-F238E27FC236}">
                <a16:creationId xmlns:a16="http://schemas.microsoft.com/office/drawing/2014/main" id="{C5468BB3-9F8D-8B83-AA20-8BBDAFBCACD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roup 44">
            <a:extLst>
              <a:ext uri="{FF2B5EF4-FFF2-40B4-BE49-F238E27FC236}">
                <a16:creationId xmlns:a16="http://schemas.microsoft.com/office/drawing/2014/main" id="{F7F33C1A-D07C-8461-994B-AF6DDAC6AF88}"/>
              </a:ext>
            </a:extLst>
          </p:cNvPr>
          <p:cNvGrpSpPr/>
          <p:nvPr/>
        </p:nvGrpSpPr>
        <p:grpSpPr>
          <a:xfrm rot="12143384">
            <a:off x="1734223" y="4385303"/>
            <a:ext cx="1939604" cy="2401561"/>
            <a:chOff x="3389152" y="2224726"/>
            <a:chExt cx="2203483" cy="2687684"/>
          </a:xfrm>
          <a:solidFill>
            <a:schemeClr val="accent4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940DCD99-9EEA-3B1F-580D-8BD428974B8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33D33364-3634-6BF7-5100-347DD5057C9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118CAFDA-D267-BBF0-AD16-6DB095C158C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CD69D5F6-6155-EBFF-10B0-DB8D12E7E29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DEC8F2C7-9BB7-B849-BAF3-0383BB4A409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EC79D1DE-5D4C-5D9B-04DE-BDB028BAB49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Freeform 11">
              <a:extLst>
                <a:ext uri="{FF2B5EF4-FFF2-40B4-BE49-F238E27FC236}">
                  <a16:creationId xmlns:a16="http://schemas.microsoft.com/office/drawing/2014/main" id="{DF17D474-E660-2FF9-8051-298346BDB61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Freeform 12">
              <a:extLst>
                <a:ext uri="{FF2B5EF4-FFF2-40B4-BE49-F238E27FC236}">
                  <a16:creationId xmlns:a16="http://schemas.microsoft.com/office/drawing/2014/main" id="{1FECC14B-8318-45D4-0286-A0B9EDB9EE0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Freeform 13">
              <a:extLst>
                <a:ext uri="{FF2B5EF4-FFF2-40B4-BE49-F238E27FC236}">
                  <a16:creationId xmlns:a16="http://schemas.microsoft.com/office/drawing/2014/main" id="{1F454BFE-BE14-C1BF-ED8A-B53E40EB00F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Freeform 14">
              <a:extLst>
                <a:ext uri="{FF2B5EF4-FFF2-40B4-BE49-F238E27FC236}">
                  <a16:creationId xmlns:a16="http://schemas.microsoft.com/office/drawing/2014/main" id="{BC66B8E3-29D4-0D92-6E4E-D24BAEC9FB1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Freeform 15">
              <a:extLst>
                <a:ext uri="{FF2B5EF4-FFF2-40B4-BE49-F238E27FC236}">
                  <a16:creationId xmlns:a16="http://schemas.microsoft.com/office/drawing/2014/main" id="{04687CC4-6DF6-17D0-0884-5138805EA94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421CBF9C-D629-6FC1-E399-0CF7C7C85D0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 17">
              <a:extLst>
                <a:ext uri="{FF2B5EF4-FFF2-40B4-BE49-F238E27FC236}">
                  <a16:creationId xmlns:a16="http://schemas.microsoft.com/office/drawing/2014/main" id="{DC10155C-FA51-4630-F35C-5C413EE0855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 18">
              <a:extLst>
                <a:ext uri="{FF2B5EF4-FFF2-40B4-BE49-F238E27FC236}">
                  <a16:creationId xmlns:a16="http://schemas.microsoft.com/office/drawing/2014/main" id="{2ADD2212-C01E-5DE2-27F4-4962AD36469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3" name="Group 32">
            <a:extLst>
              <a:ext uri="{FF2B5EF4-FFF2-40B4-BE49-F238E27FC236}">
                <a16:creationId xmlns:a16="http://schemas.microsoft.com/office/drawing/2014/main" id="{86618580-5DEF-5848-96C5-A0908E4D5B7F}"/>
              </a:ext>
            </a:extLst>
          </p:cNvPr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194" name="Freeform 5">
              <a:extLst>
                <a:ext uri="{FF2B5EF4-FFF2-40B4-BE49-F238E27FC236}">
                  <a16:creationId xmlns:a16="http://schemas.microsoft.com/office/drawing/2014/main" id="{2634AAC9-FD6F-C1B1-34C2-7EFC6535EF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Freeform 7">
              <a:extLst>
                <a:ext uri="{FF2B5EF4-FFF2-40B4-BE49-F238E27FC236}">
                  <a16:creationId xmlns:a16="http://schemas.microsoft.com/office/drawing/2014/main" id="{00DA1BE7-6453-F282-D5D2-2AF6678CDF1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Freeform 8">
              <a:extLst>
                <a:ext uri="{FF2B5EF4-FFF2-40B4-BE49-F238E27FC236}">
                  <a16:creationId xmlns:a16="http://schemas.microsoft.com/office/drawing/2014/main" id="{A5BC9553-11AC-8866-CAB1-27C1899F671E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Freeform 9">
              <a:extLst>
                <a:ext uri="{FF2B5EF4-FFF2-40B4-BE49-F238E27FC236}">
                  <a16:creationId xmlns:a16="http://schemas.microsoft.com/office/drawing/2014/main" id="{EA6A7E88-8E6A-DA43-A7EB-C7704BC6FABF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Freeform 10">
              <a:extLst>
                <a:ext uri="{FF2B5EF4-FFF2-40B4-BE49-F238E27FC236}">
                  <a16:creationId xmlns:a16="http://schemas.microsoft.com/office/drawing/2014/main" id="{BBF28390-ABCD-250A-3EE6-25D78A347CFA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9" name="Group 32">
            <a:extLst>
              <a:ext uri="{FF2B5EF4-FFF2-40B4-BE49-F238E27FC236}">
                <a16:creationId xmlns:a16="http://schemas.microsoft.com/office/drawing/2014/main" id="{9C7D0F82-6AEB-98E0-A0B2-27E93D63544E}"/>
              </a:ext>
            </a:extLst>
          </p:cNvPr>
          <p:cNvGrpSpPr/>
          <p:nvPr/>
        </p:nvGrpSpPr>
        <p:grpSpPr>
          <a:xfrm>
            <a:off x="4604789" y="105712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200" name="Freeform 5">
              <a:extLst>
                <a:ext uri="{FF2B5EF4-FFF2-40B4-BE49-F238E27FC236}">
                  <a16:creationId xmlns:a16="http://schemas.microsoft.com/office/drawing/2014/main" id="{5FD2219B-441A-89B6-DB58-0C90AF85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Freeform 7">
              <a:extLst>
                <a:ext uri="{FF2B5EF4-FFF2-40B4-BE49-F238E27FC236}">
                  <a16:creationId xmlns:a16="http://schemas.microsoft.com/office/drawing/2014/main" id="{B0A6598C-99B1-C31F-C51F-7EF88AB47E2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" name="Freeform 8">
              <a:extLst>
                <a:ext uri="{FF2B5EF4-FFF2-40B4-BE49-F238E27FC236}">
                  <a16:creationId xmlns:a16="http://schemas.microsoft.com/office/drawing/2014/main" id="{B2F198F9-0300-2876-CDD5-5612109AE280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Freeform 9">
              <a:extLst>
                <a:ext uri="{FF2B5EF4-FFF2-40B4-BE49-F238E27FC236}">
                  <a16:creationId xmlns:a16="http://schemas.microsoft.com/office/drawing/2014/main" id="{AAC33994-9919-8D6D-994B-3F0DD615094F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Freeform 10">
              <a:extLst>
                <a:ext uri="{FF2B5EF4-FFF2-40B4-BE49-F238E27FC236}">
                  <a16:creationId xmlns:a16="http://schemas.microsoft.com/office/drawing/2014/main" id="{05D71970-985C-4B24-153F-E87A37BF2AC5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05" name="Picture 204">
            <a:extLst>
              <a:ext uri="{FF2B5EF4-FFF2-40B4-BE49-F238E27FC236}">
                <a16:creationId xmlns:a16="http://schemas.microsoft.com/office/drawing/2014/main" id="{873D12B0-25D2-12E2-531C-90EA32563F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sp>
        <p:nvSpPr>
          <p:cNvPr id="206" name="Rectangle 205">
            <a:extLst>
              <a:ext uri="{FF2B5EF4-FFF2-40B4-BE49-F238E27FC236}">
                <a16:creationId xmlns:a16="http://schemas.microsoft.com/office/drawing/2014/main" id="{FCF51D7D-C6F8-5C50-4B14-376228283160}"/>
              </a:ext>
            </a:extLst>
          </p:cNvPr>
          <p:cNvSpPr/>
          <p:nvPr/>
        </p:nvSpPr>
        <p:spPr>
          <a:xfrm>
            <a:off x="5474443" y="977703"/>
            <a:ext cx="5596218" cy="5780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8" name="Picture 1">
            <a:extLst>
              <a:ext uri="{FF2B5EF4-FFF2-40B4-BE49-F238E27FC236}">
                <a16:creationId xmlns:a16="http://schemas.microsoft.com/office/drawing/2014/main" id="{9D9DDE47-29F6-2E4C-2E46-87847E0B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837" y="1116574"/>
            <a:ext cx="5974433" cy="6993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E252AEC-2EA7-D634-5E32-3CB45492672C}"/>
              </a:ext>
            </a:extLst>
          </p:cNvPr>
          <p:cNvGrpSpPr/>
          <p:nvPr/>
        </p:nvGrpSpPr>
        <p:grpSpPr>
          <a:xfrm>
            <a:off x="10860191" y="1280468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210" name="Freeform 5">
              <a:extLst>
                <a:ext uri="{FF2B5EF4-FFF2-40B4-BE49-F238E27FC236}">
                  <a16:creationId xmlns:a16="http://schemas.microsoft.com/office/drawing/2014/main" id="{52B298A5-A217-97CE-9AA7-79EFC531C2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7">
              <a:extLst>
                <a:ext uri="{FF2B5EF4-FFF2-40B4-BE49-F238E27FC236}">
                  <a16:creationId xmlns:a16="http://schemas.microsoft.com/office/drawing/2014/main" id="{5E69BC67-24D5-5254-EF3D-74BC9DDA259F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8">
              <a:extLst>
                <a:ext uri="{FF2B5EF4-FFF2-40B4-BE49-F238E27FC236}">
                  <a16:creationId xmlns:a16="http://schemas.microsoft.com/office/drawing/2014/main" id="{2C290AB6-15C5-4DD7-D4F6-18E3D59F1359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9">
              <a:extLst>
                <a:ext uri="{FF2B5EF4-FFF2-40B4-BE49-F238E27FC236}">
                  <a16:creationId xmlns:a16="http://schemas.microsoft.com/office/drawing/2014/main" id="{DB52C166-30F5-E259-BA25-D8FA857C85E8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Freeform 10">
              <a:extLst>
                <a:ext uri="{FF2B5EF4-FFF2-40B4-BE49-F238E27FC236}">
                  <a16:creationId xmlns:a16="http://schemas.microsoft.com/office/drawing/2014/main" id="{CC025298-C36A-2ABF-4B7A-C3A81704CAE8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5" name="Group 32">
            <a:extLst>
              <a:ext uri="{FF2B5EF4-FFF2-40B4-BE49-F238E27FC236}">
                <a16:creationId xmlns:a16="http://schemas.microsoft.com/office/drawing/2014/main" id="{33101979-FF15-BB73-3648-35DD8F1019FB}"/>
              </a:ext>
            </a:extLst>
          </p:cNvPr>
          <p:cNvGrpSpPr/>
          <p:nvPr/>
        </p:nvGrpSpPr>
        <p:grpSpPr>
          <a:xfrm>
            <a:off x="11168800" y="5499307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216" name="Freeform 5">
              <a:extLst>
                <a:ext uri="{FF2B5EF4-FFF2-40B4-BE49-F238E27FC236}">
                  <a16:creationId xmlns:a16="http://schemas.microsoft.com/office/drawing/2014/main" id="{30361812-3AF2-1AA4-DE34-92EF21841F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7">
              <a:extLst>
                <a:ext uri="{FF2B5EF4-FFF2-40B4-BE49-F238E27FC236}">
                  <a16:creationId xmlns:a16="http://schemas.microsoft.com/office/drawing/2014/main" id="{812011CF-A1A7-5A55-5806-76DFD52D9B5E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8">
              <a:extLst>
                <a:ext uri="{FF2B5EF4-FFF2-40B4-BE49-F238E27FC236}">
                  <a16:creationId xmlns:a16="http://schemas.microsoft.com/office/drawing/2014/main" id="{09ECFD01-E52C-2E70-94F5-CC3229A80A11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9">
              <a:extLst>
                <a:ext uri="{FF2B5EF4-FFF2-40B4-BE49-F238E27FC236}">
                  <a16:creationId xmlns:a16="http://schemas.microsoft.com/office/drawing/2014/main" id="{C3A339AA-9E1F-5D60-627A-FFCEE6273780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">
              <a:extLst>
                <a:ext uri="{FF2B5EF4-FFF2-40B4-BE49-F238E27FC236}">
                  <a16:creationId xmlns:a16="http://schemas.microsoft.com/office/drawing/2014/main" id="{9EE4C1B6-314B-55F2-8868-236CC4552C16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098880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0298CF66-DB11-14FD-1BEE-47990D7B3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1206" y="-2667000"/>
            <a:ext cx="6858000" cy="121920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E8A27608-6D1F-FFB2-8D81-F12BDF59C8EA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90A96ED-0805-B010-C355-37C4EAAC1EF9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A8CEC49-1173-CF38-B645-C4FE65BD0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F56B93C-13B3-4284-A0A7-9377F1DAC856}"/>
              </a:ext>
            </a:extLst>
          </p:cNvPr>
          <p:cNvSpPr txBox="1"/>
          <p:nvPr/>
        </p:nvSpPr>
        <p:spPr>
          <a:xfrm>
            <a:off x="511309" y="2455217"/>
            <a:ext cx="37055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</a:t>
            </a:r>
          </a:p>
          <a:p>
            <a:r>
              <a:rPr lang="en-US" sz="4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CLASSE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574B89C-2ACE-5872-2F03-30879D13EAD1}"/>
              </a:ext>
            </a:extLst>
          </p:cNvPr>
          <p:cNvSpPr/>
          <p:nvPr/>
        </p:nvSpPr>
        <p:spPr>
          <a:xfrm>
            <a:off x="646155" y="3807774"/>
            <a:ext cx="1557652" cy="706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F3B8963-6AE7-66FB-58B2-50FBBAC5FA66}"/>
              </a:ext>
            </a:extLst>
          </p:cNvPr>
          <p:cNvSpPr/>
          <p:nvPr/>
        </p:nvSpPr>
        <p:spPr>
          <a:xfrm>
            <a:off x="617535" y="2480939"/>
            <a:ext cx="1557652" cy="706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1AABAC-0B9D-E533-A739-C40F683F3FA8}"/>
              </a:ext>
            </a:extLst>
          </p:cNvPr>
          <p:cNvSpPr/>
          <p:nvPr/>
        </p:nvSpPr>
        <p:spPr>
          <a:xfrm>
            <a:off x="2364068" y="3802912"/>
            <a:ext cx="1557652" cy="706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A2EDD98-E0E5-EEAF-9740-8C78374D9524}"/>
              </a:ext>
            </a:extLst>
          </p:cNvPr>
          <p:cNvGrpSpPr/>
          <p:nvPr/>
        </p:nvGrpSpPr>
        <p:grpSpPr>
          <a:xfrm>
            <a:off x="25794" y="-121721"/>
            <a:ext cx="1115730" cy="1939925"/>
            <a:chOff x="6867287" y="-41482"/>
            <a:chExt cx="2795796" cy="5652169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A1CF83D-60B7-B538-7E19-D2F2A9804BEA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84" name="Freeform 5">
                <a:extLst>
                  <a:ext uri="{FF2B5EF4-FFF2-40B4-BE49-F238E27FC236}">
                    <a16:creationId xmlns:a16="http://schemas.microsoft.com/office/drawing/2014/main" id="{D37F86FB-A5D2-FA90-6143-DD2DAC401E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6">
                <a:extLst>
                  <a:ext uri="{FF2B5EF4-FFF2-40B4-BE49-F238E27FC236}">
                    <a16:creationId xmlns:a16="http://schemas.microsoft.com/office/drawing/2014/main" id="{1F36CE24-0E96-2643-71C5-FC54F93B04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 7">
                <a:extLst>
                  <a:ext uri="{FF2B5EF4-FFF2-40B4-BE49-F238E27FC236}">
                    <a16:creationId xmlns:a16="http://schemas.microsoft.com/office/drawing/2014/main" id="{F210C7E3-7DB3-3F6C-4349-8888990457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 8">
                <a:extLst>
                  <a:ext uri="{FF2B5EF4-FFF2-40B4-BE49-F238E27FC236}">
                    <a16:creationId xmlns:a16="http://schemas.microsoft.com/office/drawing/2014/main" id="{1884BC0C-964E-6A70-E013-5F58BB26D2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Freeform 9">
                <a:extLst>
                  <a:ext uri="{FF2B5EF4-FFF2-40B4-BE49-F238E27FC236}">
                    <a16:creationId xmlns:a16="http://schemas.microsoft.com/office/drawing/2014/main" id="{F6D36903-8D5A-4275-CABD-04127C22FC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Freeform 10">
                <a:extLst>
                  <a:ext uri="{FF2B5EF4-FFF2-40B4-BE49-F238E27FC236}">
                    <a16:creationId xmlns:a16="http://schemas.microsoft.com/office/drawing/2014/main" id="{AD4E575E-A461-8841-C17A-72C5BFE306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B12CCA17-77AB-2736-D5AD-98CE52C1AC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Freeform 12">
                <a:extLst>
                  <a:ext uri="{FF2B5EF4-FFF2-40B4-BE49-F238E27FC236}">
                    <a16:creationId xmlns:a16="http://schemas.microsoft.com/office/drawing/2014/main" id="{73B4233B-5DB7-3B1B-1C1A-4321F2429F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 13">
                <a:extLst>
                  <a:ext uri="{FF2B5EF4-FFF2-40B4-BE49-F238E27FC236}">
                    <a16:creationId xmlns:a16="http://schemas.microsoft.com/office/drawing/2014/main" id="{CD17F3AA-0D20-AE03-F6D0-E7F026E6F4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 14">
                <a:extLst>
                  <a:ext uri="{FF2B5EF4-FFF2-40B4-BE49-F238E27FC236}">
                    <a16:creationId xmlns:a16="http://schemas.microsoft.com/office/drawing/2014/main" id="{698F4E3C-B2BA-B8BA-D3A7-7C1B5ECD5D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14416DF8-985A-5DA1-9D22-51E7FEBF91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 16">
                <a:extLst>
                  <a:ext uri="{FF2B5EF4-FFF2-40B4-BE49-F238E27FC236}">
                    <a16:creationId xmlns:a16="http://schemas.microsoft.com/office/drawing/2014/main" id="{9BA70457-DD60-19BF-DDE7-416222F6D0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F1AE9857-6C96-9E8B-8D5A-E6DD7E1BB2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8">
                <a:extLst>
                  <a:ext uri="{FF2B5EF4-FFF2-40B4-BE49-F238E27FC236}">
                    <a16:creationId xmlns:a16="http://schemas.microsoft.com/office/drawing/2014/main" id="{B0ABF3F6-A038-1D96-906A-A33863EA65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FE4C49E-CBDE-8255-AC09-4E2D4A341C5E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5F3B0444-74CC-7E65-8C38-3009B2D0590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roup 44">
            <a:extLst>
              <a:ext uri="{FF2B5EF4-FFF2-40B4-BE49-F238E27FC236}">
                <a16:creationId xmlns:a16="http://schemas.microsoft.com/office/drawing/2014/main" id="{AD24DA5D-5B1C-C96E-24FF-F190270E2BA1}"/>
              </a:ext>
            </a:extLst>
          </p:cNvPr>
          <p:cNvGrpSpPr/>
          <p:nvPr/>
        </p:nvGrpSpPr>
        <p:grpSpPr>
          <a:xfrm rot="12143384">
            <a:off x="1965758" y="4295930"/>
            <a:ext cx="1806528" cy="2236790"/>
            <a:chOff x="3389152" y="2224726"/>
            <a:chExt cx="2203483" cy="2687684"/>
          </a:xfrm>
          <a:solidFill>
            <a:srgbClr val="00B050"/>
          </a:solidFill>
        </p:grpSpPr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63220803-FF64-3AF9-084F-A23BF011292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CC936BCF-A68B-C0B3-E085-279C251E66E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23A8637E-3DEB-FD3F-2D82-DA238511481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476B0A22-C120-EA8C-226A-EBA23ECA9BF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5642CF29-AE5F-6028-C364-108AF8397E5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800EDFEF-07BA-9D69-5878-659A15103D1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8260A29E-5CFB-49E9-574D-4793312BE4F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02966B75-AE09-D2C6-5F90-A16464B7537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20BFF8C4-2857-5441-F425-B82A4450432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9AA40AC1-49C7-82E0-95FB-258D9ADC9BE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A9A9F362-53B8-15DC-9389-E8D56D83579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D98E0CBF-0A91-4C5B-EFB8-D826556263B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3FDA20E9-8080-2C67-CA7B-D7CB17011CF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053DC8A3-3FB8-E59F-ED07-D2B71CD23B4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6" name="Group 32">
            <a:extLst>
              <a:ext uri="{FF2B5EF4-FFF2-40B4-BE49-F238E27FC236}">
                <a16:creationId xmlns:a16="http://schemas.microsoft.com/office/drawing/2014/main" id="{4033E116-919E-2538-CBA4-F5C2215303BC}"/>
              </a:ext>
            </a:extLst>
          </p:cNvPr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127" name="Freeform 5">
              <a:extLst>
                <a:ext uri="{FF2B5EF4-FFF2-40B4-BE49-F238E27FC236}">
                  <a16:creationId xmlns:a16="http://schemas.microsoft.com/office/drawing/2014/main" id="{7719F9A1-912A-FDC1-BEF4-771F92505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7">
              <a:extLst>
                <a:ext uri="{FF2B5EF4-FFF2-40B4-BE49-F238E27FC236}">
                  <a16:creationId xmlns:a16="http://schemas.microsoft.com/office/drawing/2014/main" id="{00B080CD-6040-A26B-5097-F0ECC6971FF5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8">
              <a:extLst>
                <a:ext uri="{FF2B5EF4-FFF2-40B4-BE49-F238E27FC236}">
                  <a16:creationId xmlns:a16="http://schemas.microsoft.com/office/drawing/2014/main" id="{0F5AF0DC-665B-1622-323C-EDA66C67EFF3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9">
              <a:extLst>
                <a:ext uri="{FF2B5EF4-FFF2-40B4-BE49-F238E27FC236}">
                  <a16:creationId xmlns:a16="http://schemas.microsoft.com/office/drawing/2014/main" id="{8DBEEC63-8133-808A-81A9-68036E2FF2EA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AEC45D54-A244-C2C6-21E6-D10AAE80CE88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0" name="Picture 139">
            <a:extLst>
              <a:ext uri="{FF2B5EF4-FFF2-40B4-BE49-F238E27FC236}">
                <a16:creationId xmlns:a16="http://schemas.microsoft.com/office/drawing/2014/main" id="{7142495B-0338-BFFA-E62C-98C2530E0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556" y="777905"/>
            <a:ext cx="6550025" cy="6001501"/>
          </a:xfrm>
          <a:prstGeom prst="rect">
            <a:avLst/>
          </a:prstGeom>
        </p:spPr>
      </p:pic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A39D531-C9DA-C995-7121-1ABF03A8530E}"/>
              </a:ext>
            </a:extLst>
          </p:cNvPr>
          <p:cNvGrpSpPr/>
          <p:nvPr/>
        </p:nvGrpSpPr>
        <p:grpSpPr>
          <a:xfrm>
            <a:off x="10860191" y="1280468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142" name="Freeform 5">
              <a:extLst>
                <a:ext uri="{FF2B5EF4-FFF2-40B4-BE49-F238E27FC236}">
                  <a16:creationId xmlns:a16="http://schemas.microsoft.com/office/drawing/2014/main" id="{474D5D2C-7E10-5442-333D-646DC6DEC1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 7">
              <a:extLst>
                <a:ext uri="{FF2B5EF4-FFF2-40B4-BE49-F238E27FC236}">
                  <a16:creationId xmlns:a16="http://schemas.microsoft.com/office/drawing/2014/main" id="{D6F4172D-9EBA-DA96-78B8-3934B52BF1DA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8">
              <a:extLst>
                <a:ext uri="{FF2B5EF4-FFF2-40B4-BE49-F238E27FC236}">
                  <a16:creationId xmlns:a16="http://schemas.microsoft.com/office/drawing/2014/main" id="{5DA92DDF-9A8E-2DB7-6692-DDBC27173887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9">
              <a:extLst>
                <a:ext uri="{FF2B5EF4-FFF2-40B4-BE49-F238E27FC236}">
                  <a16:creationId xmlns:a16="http://schemas.microsoft.com/office/drawing/2014/main" id="{034D8AD6-F2E7-BBAA-00FA-E612AE4A4C6E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 10">
              <a:extLst>
                <a:ext uri="{FF2B5EF4-FFF2-40B4-BE49-F238E27FC236}">
                  <a16:creationId xmlns:a16="http://schemas.microsoft.com/office/drawing/2014/main" id="{3BFFBDBC-8EE4-3C2B-38B1-370E9254236B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7" name="Group 32">
            <a:extLst>
              <a:ext uri="{FF2B5EF4-FFF2-40B4-BE49-F238E27FC236}">
                <a16:creationId xmlns:a16="http://schemas.microsoft.com/office/drawing/2014/main" id="{E17C1EA5-F1AC-0257-4030-25C4FD46DF6B}"/>
              </a:ext>
            </a:extLst>
          </p:cNvPr>
          <p:cNvGrpSpPr/>
          <p:nvPr/>
        </p:nvGrpSpPr>
        <p:grpSpPr>
          <a:xfrm>
            <a:off x="11168800" y="5499307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148" name="Freeform 5">
              <a:extLst>
                <a:ext uri="{FF2B5EF4-FFF2-40B4-BE49-F238E27FC236}">
                  <a16:creationId xmlns:a16="http://schemas.microsoft.com/office/drawing/2014/main" id="{09697BCB-3836-535E-8251-09F1497A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 7">
              <a:extLst>
                <a:ext uri="{FF2B5EF4-FFF2-40B4-BE49-F238E27FC236}">
                  <a16:creationId xmlns:a16="http://schemas.microsoft.com/office/drawing/2014/main" id="{FC71E47C-6B49-5AE2-CC7B-53D2A48AE6F4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 8">
              <a:extLst>
                <a:ext uri="{FF2B5EF4-FFF2-40B4-BE49-F238E27FC236}">
                  <a16:creationId xmlns:a16="http://schemas.microsoft.com/office/drawing/2014/main" id="{48A878BC-6DDE-89E5-4B45-8263D8CFE3B9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9">
              <a:extLst>
                <a:ext uri="{FF2B5EF4-FFF2-40B4-BE49-F238E27FC236}">
                  <a16:creationId xmlns:a16="http://schemas.microsoft.com/office/drawing/2014/main" id="{8691C0C9-56D4-C1AC-0E03-3BD7A8ADC40D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">
              <a:extLst>
                <a:ext uri="{FF2B5EF4-FFF2-40B4-BE49-F238E27FC236}">
                  <a16:creationId xmlns:a16="http://schemas.microsoft.com/office/drawing/2014/main" id="{13CD9235-1D3C-460A-62B1-6AD88DD317DE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3" name="Group 32">
            <a:extLst>
              <a:ext uri="{FF2B5EF4-FFF2-40B4-BE49-F238E27FC236}">
                <a16:creationId xmlns:a16="http://schemas.microsoft.com/office/drawing/2014/main" id="{680908D9-3951-1FAE-1F4A-82F88F135523}"/>
              </a:ext>
            </a:extLst>
          </p:cNvPr>
          <p:cNvGrpSpPr/>
          <p:nvPr/>
        </p:nvGrpSpPr>
        <p:grpSpPr>
          <a:xfrm>
            <a:off x="4604789" y="105712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154" name="Freeform 5">
              <a:extLst>
                <a:ext uri="{FF2B5EF4-FFF2-40B4-BE49-F238E27FC236}">
                  <a16:creationId xmlns:a16="http://schemas.microsoft.com/office/drawing/2014/main" id="{375BDC67-C86B-775F-792C-6984687CC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7">
              <a:extLst>
                <a:ext uri="{FF2B5EF4-FFF2-40B4-BE49-F238E27FC236}">
                  <a16:creationId xmlns:a16="http://schemas.microsoft.com/office/drawing/2014/main" id="{566F82AF-9A08-47E5-D425-3D07D25D9764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 8">
              <a:extLst>
                <a:ext uri="{FF2B5EF4-FFF2-40B4-BE49-F238E27FC236}">
                  <a16:creationId xmlns:a16="http://schemas.microsoft.com/office/drawing/2014/main" id="{017E2288-4178-862A-7D89-31A286B982E6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reeform 9">
              <a:extLst>
                <a:ext uri="{FF2B5EF4-FFF2-40B4-BE49-F238E27FC236}">
                  <a16:creationId xmlns:a16="http://schemas.microsoft.com/office/drawing/2014/main" id="{1DA053E1-D96E-287B-F12A-8D9AB6A53BA5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">
              <a:extLst>
                <a:ext uri="{FF2B5EF4-FFF2-40B4-BE49-F238E27FC236}">
                  <a16:creationId xmlns:a16="http://schemas.microsoft.com/office/drawing/2014/main" id="{92C11257-E498-81ED-0B39-C78FC96CE539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0" name="Picture 159">
            <a:extLst>
              <a:ext uri="{FF2B5EF4-FFF2-40B4-BE49-F238E27FC236}">
                <a16:creationId xmlns:a16="http://schemas.microsoft.com/office/drawing/2014/main" id="{ABBF9D96-AF5E-A2F3-9DA4-DB8EA02838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EF881521-340A-4780-D16F-E6A1B7D57B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27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8DC5E2-4808-A22E-9B37-CD6C1B45A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D1AC8C-90D2-3569-331B-6DD43D29BEB0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C76B41-8C22-61FE-C76C-22336245FBAC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3DC93-B761-2C11-EC27-A55125E77B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C1415-802E-584B-EBDA-075F8F0904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A40E8-241E-F413-AA71-2FE9DCA902BB}"/>
              </a:ext>
            </a:extLst>
          </p:cNvPr>
          <p:cNvSpPr txBox="1"/>
          <p:nvPr/>
        </p:nvSpPr>
        <p:spPr>
          <a:xfrm>
            <a:off x="2489688" y="1161054"/>
            <a:ext cx="710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36861-15B1-FFB4-ECEA-2D1AC937EC75}"/>
              </a:ext>
            </a:extLst>
          </p:cNvPr>
          <p:cNvSpPr/>
          <p:nvPr/>
        </p:nvSpPr>
        <p:spPr>
          <a:xfrm>
            <a:off x="2843599" y="2047602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9EE0F-CACA-ADE7-409C-29B8CF41DFAE}"/>
              </a:ext>
            </a:extLst>
          </p:cNvPr>
          <p:cNvSpPr/>
          <p:nvPr/>
        </p:nvSpPr>
        <p:spPr>
          <a:xfrm>
            <a:off x="7135106" y="2043553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26789F-F00E-E38A-B9C3-AA10BD714E2F}"/>
              </a:ext>
            </a:extLst>
          </p:cNvPr>
          <p:cNvSpPr/>
          <p:nvPr/>
        </p:nvSpPr>
        <p:spPr>
          <a:xfrm>
            <a:off x="4993827" y="2043553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43A0F08B-D31D-FBA9-6E0E-5C3625795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719" y="2491596"/>
            <a:ext cx="6033177" cy="402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D8CEA6-D061-94E8-106D-AF385A94FA48}"/>
              </a:ext>
            </a:extLst>
          </p:cNvPr>
          <p:cNvSpPr txBox="1"/>
          <p:nvPr/>
        </p:nvSpPr>
        <p:spPr>
          <a:xfrm>
            <a:off x="6650773" y="5350387"/>
            <a:ext cx="17461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chemeClr val="accent6">
                    <a:lumMod val="75000"/>
                  </a:schemeClr>
                </a:solidFill>
              </a:rPr>
              <a:t>2TUP</a:t>
            </a:r>
          </a:p>
          <a:p>
            <a:pPr algn="ctr"/>
            <a:r>
              <a:rPr lang="en-US" sz="1400" b="1" noProof="0" dirty="0">
                <a:solidFill>
                  <a:srgbClr val="0070C0"/>
                </a:solidFill>
              </a:rPr>
              <a:t>TWO TRACKS UNIFIED PROCESS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28E915-3BA2-465F-B86B-FB6EB1D05B61}"/>
              </a:ext>
            </a:extLst>
          </p:cNvPr>
          <p:cNvGrpSpPr/>
          <p:nvPr/>
        </p:nvGrpSpPr>
        <p:grpSpPr>
          <a:xfrm>
            <a:off x="316230" y="-29845"/>
            <a:ext cx="1913255" cy="4002405"/>
            <a:chOff x="6867287" y="-41482"/>
            <a:chExt cx="2795796" cy="565216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A4B9C8E-DB5F-B61A-2AF8-270B85246C4B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6ECC2402-3F5F-328E-D1B0-4E75C547AA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1DF0070B-2DA9-0C62-21DB-01A686CAD0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CFB23A17-B699-C668-7242-B8313A7CAB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 8">
                <a:extLst>
                  <a:ext uri="{FF2B5EF4-FFF2-40B4-BE49-F238E27FC236}">
                    <a16:creationId xmlns:a16="http://schemas.microsoft.com/office/drawing/2014/main" id="{566F00AF-69CE-1ACF-C78A-99F7A55E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 9">
                <a:extLst>
                  <a:ext uri="{FF2B5EF4-FFF2-40B4-BE49-F238E27FC236}">
                    <a16:creationId xmlns:a16="http://schemas.microsoft.com/office/drawing/2014/main" id="{77329975-6A14-238F-4275-24CA0D849F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 10">
                <a:extLst>
                  <a:ext uri="{FF2B5EF4-FFF2-40B4-BE49-F238E27FC236}">
                    <a16:creationId xmlns:a16="http://schemas.microsoft.com/office/drawing/2014/main" id="{EC725BD4-A08E-3DDB-207B-70A726AD06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E9CE8581-B34E-451E-0D36-8487BD1BDE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380FB0F5-FD4E-0994-71C8-021B2DA8D8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13">
                <a:extLst>
                  <a:ext uri="{FF2B5EF4-FFF2-40B4-BE49-F238E27FC236}">
                    <a16:creationId xmlns:a16="http://schemas.microsoft.com/office/drawing/2014/main" id="{7949E7EB-FB64-8806-F86C-786367C313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 14">
                <a:extLst>
                  <a:ext uri="{FF2B5EF4-FFF2-40B4-BE49-F238E27FC236}">
                    <a16:creationId xmlns:a16="http://schemas.microsoft.com/office/drawing/2014/main" id="{2502521A-E15B-B2E1-44DE-A84278AA36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CFD698F4-9413-430A-28E9-F9BD34745D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 16">
                <a:extLst>
                  <a:ext uri="{FF2B5EF4-FFF2-40B4-BE49-F238E27FC236}">
                    <a16:creationId xmlns:a16="http://schemas.microsoft.com/office/drawing/2014/main" id="{A66E7BC7-FA81-AFA4-CB0E-6BF25B9AF6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18890916-A5B2-E56D-F53B-C3274A3C51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18">
                <a:extLst>
                  <a:ext uri="{FF2B5EF4-FFF2-40B4-BE49-F238E27FC236}">
                    <a16:creationId xmlns:a16="http://schemas.microsoft.com/office/drawing/2014/main" id="{75251A01-81FE-0083-3475-00EDF1BEC0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CE859F-9C16-BF43-A204-FB567134DBFF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757E5DE-05CC-C874-B45F-939416409820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44">
            <a:extLst>
              <a:ext uri="{FF2B5EF4-FFF2-40B4-BE49-F238E27FC236}">
                <a16:creationId xmlns:a16="http://schemas.microsoft.com/office/drawing/2014/main" id="{6F6CFDFB-0AF5-5EFE-A577-D28F2736CB63}"/>
              </a:ext>
            </a:extLst>
          </p:cNvPr>
          <p:cNvGrpSpPr/>
          <p:nvPr/>
        </p:nvGrpSpPr>
        <p:grpSpPr>
          <a:xfrm rot="10800000">
            <a:off x="9632364" y="4944493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B1F16538-C594-13EE-12BE-1826F04B62D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604D06C5-CD8D-B615-8666-19E63F46C6E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84EC3EE4-07AF-EA62-C872-0A379CDF2D0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BA15B1E2-BF3D-5489-8AD2-76D9AFA8F8B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A183EDC7-29B2-12AB-3B64-5527915AADF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1DC694A5-5FC6-2506-182A-B3843B0CF9A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6AA9403C-B00A-B30B-43D8-5BD432CB289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CE97F506-048F-C113-976B-AAD731F0390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0E8FCC95-2D36-C27C-4A4A-5E93A18D928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4D160AB-13D7-D079-A89F-25CB874FB93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D8C12E40-8C91-B464-60E8-24343DBF543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1F8E906D-DB85-8B55-0ED0-85D1465E755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6F3051F-7C00-A863-6AB1-7A8091D540D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75BD6FF6-3666-5229-6D40-A7EDEF19CAD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70AB8C5-8629-1D75-9149-2B65DD5A330A}"/>
              </a:ext>
            </a:extLst>
          </p:cNvPr>
          <p:cNvGrpSpPr/>
          <p:nvPr/>
        </p:nvGrpSpPr>
        <p:grpSpPr>
          <a:xfrm>
            <a:off x="9364365" y="1579225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6AD94036-8EF7-F715-01DF-DFC3045FF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71B77D19-06B4-0C00-0806-B44A4FA1EB07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A968AC43-EBD8-4175-A739-2A4F63640F4B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8BFF8F04-E0A8-5114-D797-8CEB7CF97A9A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6D444891-FFCB-DCA3-6F15-F2791FDB3750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Group 32">
            <a:extLst>
              <a:ext uri="{FF2B5EF4-FFF2-40B4-BE49-F238E27FC236}">
                <a16:creationId xmlns:a16="http://schemas.microsoft.com/office/drawing/2014/main" id="{88E88569-529B-8D90-0879-CD8B94919C11}"/>
              </a:ext>
            </a:extLst>
          </p:cNvPr>
          <p:cNvGrpSpPr/>
          <p:nvPr/>
        </p:nvGrpSpPr>
        <p:grpSpPr>
          <a:xfrm>
            <a:off x="10746760" y="3121005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E2D80026-142F-2E82-4F74-8F04C23E3D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600236E7-A53A-4D8C-2478-9F51BD9E5D6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092BE1D0-37E9-B8EB-C842-EA822D2AC258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28617C6B-F38A-E404-FC98-199EEE8D42A5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FC160F04-81D9-0F00-D734-9FEAA8073F66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32">
            <a:extLst>
              <a:ext uri="{FF2B5EF4-FFF2-40B4-BE49-F238E27FC236}">
                <a16:creationId xmlns:a16="http://schemas.microsoft.com/office/drawing/2014/main" id="{848439F0-1F0F-60DC-467B-CA75C12BA5BF}"/>
              </a:ext>
            </a:extLst>
          </p:cNvPr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8ABDA9EA-BAE1-3DAF-F19D-A2E72024C4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C80811DE-FB91-ED4B-7B4B-A7D793C01179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F4BB1369-8D28-F10A-F3A4-6ACB9D4F1C0F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A3F2B59A-4249-BFD2-7637-02865E094CF4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32529C50-53DE-B55F-0CD1-FFB047212A95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5" name="Group 32">
            <a:extLst>
              <a:ext uri="{FF2B5EF4-FFF2-40B4-BE49-F238E27FC236}">
                <a16:creationId xmlns:a16="http://schemas.microsoft.com/office/drawing/2014/main" id="{9875B934-EC6B-7CE5-FDE1-D8CF085B9126}"/>
              </a:ext>
            </a:extLst>
          </p:cNvPr>
          <p:cNvGrpSpPr/>
          <p:nvPr/>
        </p:nvGrpSpPr>
        <p:grpSpPr>
          <a:xfrm>
            <a:off x="2567784" y="250138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BE7EDBE0-2542-B9AD-4FAD-247C0D1F92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06135D2E-C413-E9D5-89C0-BEC72265CB6C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1A7102F6-57BB-2F29-31C9-EC9720F29ACB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DD05FD68-FDE9-9F02-EF22-588E63C315A3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381A4873-D4A1-DC63-248A-14CE5DC3C6FB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9F397DC9-2B79-50D1-CA6A-808135DB1E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3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0079"/>
            <a:ext cx="859993" cy="8599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03451" y="953414"/>
            <a:ext cx="5121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5164" y="1755462"/>
            <a:ext cx="1559076" cy="1673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784860" y="1755462"/>
            <a:ext cx="1559076" cy="1673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184658" y="1755462"/>
            <a:ext cx="1559076" cy="1673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97747" y="2451744"/>
            <a:ext cx="4454387" cy="2906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3506" y="2432936"/>
            <a:ext cx="4733930" cy="3014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 flipH="1">
            <a:off x="1878948" y="5649973"/>
            <a:ext cx="2575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physique n-tiers (n=4)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7564398" y="5428909"/>
            <a:ext cx="2481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logique MVC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00FD2D-A9A2-F566-D299-3326B57F63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1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451"/>
          <a:stretch>
            <a:fillRect/>
          </a:stretch>
        </p:blipFill>
        <p:spPr bwMode="auto">
          <a:xfrm>
            <a:off x="10630167" y="239695"/>
            <a:ext cx="696078" cy="7137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0079"/>
            <a:ext cx="859993" cy="8599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94335" y="1311987"/>
            <a:ext cx="5121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6048" y="2114035"/>
            <a:ext cx="1559076" cy="1673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875744" y="2114035"/>
            <a:ext cx="1559076" cy="1673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275542" y="2114035"/>
            <a:ext cx="1559076" cy="1673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648" y="3088649"/>
            <a:ext cx="2970028" cy="195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Tailwind CSS : Imagile, agence web pour vos interfaces sur mesur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858" y="3460251"/>
            <a:ext cx="2181171" cy="161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What is MongoDB? NoSQL database explained in an easy way.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182" y="3373199"/>
            <a:ext cx="1621253" cy="217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Expressjs: Organizing Routes and Routing for an API — Peter Girnus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238" y="3636247"/>
            <a:ext cx="2498735" cy="1403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1" descr="This may contain: an abstract blue and white logo with the letter k">
            <a:extLst>
              <a:ext uri="{FF2B5EF4-FFF2-40B4-BE49-F238E27FC236}">
                <a16:creationId xmlns:a16="http://schemas.microsoft.com/office/drawing/2014/main" id="{B7FC58ED-AB9C-7F62-0555-E66FCC4F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218" y="3460251"/>
            <a:ext cx="1485353" cy="1852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8961" y="1099689"/>
            <a:ext cx="6482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0602" y="2022968"/>
            <a:ext cx="1796134" cy="16682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6875966" y="2030957"/>
            <a:ext cx="1796134" cy="1668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016744" y="2028910"/>
            <a:ext cx="1796134" cy="1668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594" y="1949037"/>
            <a:ext cx="5135280" cy="51352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879773" y="1853514"/>
            <a:ext cx="957449" cy="1153201"/>
            <a:chOff x="3389152" y="2224726"/>
            <a:chExt cx="2203483" cy="2687684"/>
          </a:xfrm>
          <a:solidFill>
            <a:schemeClr val="accent5">
              <a:lumMod val="50000"/>
            </a:schemeClr>
          </a:solidFill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51442" y="1883128"/>
            <a:ext cx="957449" cy="1153201"/>
            <a:chOff x="3389152" y="2224726"/>
            <a:chExt cx="2203483" cy="2687684"/>
          </a:xfrm>
          <a:solidFill>
            <a:schemeClr val="accent5">
              <a:lumMod val="50000"/>
            </a:schemeClr>
          </a:solidFill>
        </p:grpSpPr>
        <p:sp>
          <p:nvSpPr>
            <p:cNvPr id="30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D0204BE-289B-82A0-557D-88F6D8D9FD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22206" y="1061155"/>
            <a:ext cx="6482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8449" y="1944882"/>
            <a:ext cx="1796134" cy="14065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7013813" y="1952871"/>
            <a:ext cx="1796134" cy="1406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154591" y="1950824"/>
            <a:ext cx="1796134" cy="1406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2" name="Image 1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837" y="2427791"/>
            <a:ext cx="2970755" cy="297075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06966" y="4780486"/>
            <a:ext cx="3001208" cy="628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noProof="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842964" y="5152448"/>
            <a:ext cx="8165569" cy="1705552"/>
            <a:chOff x="1885601" y="3961073"/>
            <a:chExt cx="8605936" cy="1797533"/>
          </a:xfrm>
        </p:grpSpPr>
        <p:grpSp>
          <p:nvGrpSpPr>
            <p:cNvPr id="16" name="Group 15"/>
            <p:cNvGrpSpPr/>
            <p:nvPr/>
          </p:nvGrpSpPr>
          <p:grpSpPr>
            <a:xfrm>
              <a:off x="6418609" y="3961073"/>
              <a:ext cx="1361075" cy="1566907"/>
              <a:chOff x="5709865" y="3492501"/>
              <a:chExt cx="383352" cy="441325"/>
            </a:xfrm>
            <a:solidFill>
              <a:schemeClr val="accent3"/>
            </a:solidFill>
          </p:grpSpPr>
          <p:sp>
            <p:nvSpPr>
              <p:cNvPr id="44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597454" y="3961073"/>
              <a:ext cx="1361075" cy="1566907"/>
              <a:chOff x="5709865" y="3492501"/>
              <a:chExt cx="383352" cy="441325"/>
            </a:xfrm>
            <a:solidFill>
              <a:schemeClr val="accent5"/>
            </a:solidFill>
          </p:grpSpPr>
          <p:sp>
            <p:nvSpPr>
              <p:cNvPr id="42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2800155" y="3961073"/>
              <a:ext cx="1361075" cy="1566907"/>
              <a:chOff x="5709865" y="3492501"/>
              <a:chExt cx="383352" cy="441325"/>
            </a:xfrm>
            <a:solidFill>
              <a:schemeClr val="accent4"/>
            </a:solidFill>
          </p:grpSpPr>
          <p:sp>
            <p:nvSpPr>
              <p:cNvPr id="40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1885601" y="4191699"/>
              <a:ext cx="1361075" cy="1566907"/>
              <a:chOff x="5709865" y="3492501"/>
              <a:chExt cx="383352" cy="441325"/>
            </a:xfrm>
            <a:solidFill>
              <a:schemeClr val="accent1"/>
            </a:solidFill>
          </p:grpSpPr>
          <p:sp>
            <p:nvSpPr>
              <p:cNvPr id="38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3698804" y="4191699"/>
              <a:ext cx="1361075" cy="1566907"/>
              <a:chOff x="5709865" y="3492501"/>
              <a:chExt cx="383352" cy="441325"/>
            </a:xfrm>
            <a:solidFill>
              <a:schemeClr val="accent2"/>
            </a:solidFill>
          </p:grpSpPr>
          <p:sp>
            <p:nvSpPr>
              <p:cNvPr id="36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12008" y="4191699"/>
              <a:ext cx="1361075" cy="1566907"/>
              <a:chOff x="5709865" y="3492501"/>
              <a:chExt cx="383352" cy="441325"/>
            </a:xfrm>
            <a:solidFill>
              <a:schemeClr val="accent6"/>
            </a:solidFill>
          </p:grpSpPr>
          <p:sp>
            <p:nvSpPr>
              <p:cNvPr id="34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215908" y="3961073"/>
              <a:ext cx="1361075" cy="1566907"/>
              <a:chOff x="5709865" y="3492501"/>
              <a:chExt cx="383352" cy="441325"/>
            </a:xfrm>
            <a:solidFill>
              <a:schemeClr val="accent4"/>
            </a:solidFill>
          </p:grpSpPr>
          <p:sp>
            <p:nvSpPr>
              <p:cNvPr id="32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317259" y="4191699"/>
              <a:ext cx="1361075" cy="1566907"/>
              <a:chOff x="5709865" y="3492501"/>
              <a:chExt cx="383352" cy="441325"/>
            </a:xfrm>
            <a:solidFill>
              <a:schemeClr val="accent1"/>
            </a:solidFill>
          </p:grpSpPr>
          <p:sp>
            <p:nvSpPr>
              <p:cNvPr id="30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9130462" y="4191699"/>
              <a:ext cx="1361075" cy="1566907"/>
              <a:chOff x="5709865" y="3492501"/>
              <a:chExt cx="383352" cy="441325"/>
            </a:xfrm>
            <a:solidFill>
              <a:schemeClr val="accent2"/>
            </a:solidFill>
          </p:grpSpPr>
          <p:sp>
            <p:nvSpPr>
              <p:cNvPr id="28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" name="Group 45"/>
          <p:cNvGrpSpPr/>
          <p:nvPr/>
        </p:nvGrpSpPr>
        <p:grpSpPr>
          <a:xfrm rot="10800000">
            <a:off x="271242" y="2956852"/>
            <a:ext cx="1449535" cy="1745894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4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 rot="10800000">
            <a:off x="1765253" y="3204327"/>
            <a:ext cx="1243958" cy="1498287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62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 rot="10800000">
            <a:off x="3044700" y="3568940"/>
            <a:ext cx="957449" cy="1153201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7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10080303" y="3146341"/>
            <a:ext cx="1449535" cy="1745894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92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795696" y="3305195"/>
            <a:ext cx="1243958" cy="1498287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10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7758839" y="3633776"/>
            <a:ext cx="957449" cy="1153201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122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FAC7867-32D5-61B9-ACD3-90E167AFE4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5195</TotalTime>
  <Words>788</Words>
  <Application>Microsoft Office PowerPoint</Application>
  <PresentationFormat>Widescreen</PresentationFormat>
  <Paragraphs>140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Noto Sans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ARSHI</dc:creator>
  <cp:lastModifiedBy>Arshi</cp:lastModifiedBy>
  <cp:revision>83</cp:revision>
  <dcterms:created xsi:type="dcterms:W3CDTF">2025-08-25T13:58:00Z</dcterms:created>
  <dcterms:modified xsi:type="dcterms:W3CDTF">2026-10-09T00:42:30Z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9BF6471514194A88A77A1DEEA7479E13_12</vt:lpwstr>
  </property>
  <property fmtid="{D5CDD505-2E9C-101B-9397-08002B2CF9AE}" pid="3" name="KSOProductBuildVer">
    <vt:lpwstr>1036-12.1.0.26880</vt:lpwstr>
  </property>
</Properties>
</file>